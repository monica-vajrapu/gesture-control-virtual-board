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8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8"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tableStyles" Target="tableStyle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presProps" Target="pres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6" Type="http://schemas.openxmlformats.org/officeDocument/2006/relationships/hyperlink" Target="http://bit.ly/2TtBDfr" TargetMode="External"/><Relationship Id="rId5" Type="http://schemas.openxmlformats.org/officeDocument/2006/relationships/hyperlink" Target="http://bit.ly/2TyoMsr" TargetMode="External"/><Relationship Id="rId4" Type="http://schemas.openxmlformats.org/officeDocument/2006/relationships/hyperlink" Target="https://bit.ly/3A1uf1Q" TargetMode="Externa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bg>
      <p:bgPr>
        <a:solidFill>
          <a:schemeClr val="lt1"/>
        </a:solidFill>
        <a:effectLst/>
      </p:bgPr>
    </p:bg>
    <p:spTree>
      <p:nvGrpSpPr>
        <p:cNvPr id="1" name=""/>
        <p:cNvGrpSpPr/>
        <p:nvPr/>
      </p:nvGrpSpPr>
      <p:grpSpPr>
        <a:xfrm>
          <a:off x="0" y="0"/>
          <a:ext cx="0" cy="0"/>
          <a:chOff x="0" y="0"/>
          <a:chExt cx="0" cy="0"/>
        </a:xfrm>
      </p:grpSpPr>
      <p:pic>
        <p:nvPicPr>
          <p:cNvPr id="4" name="Google Shape;9;p2"/>
          <p:cNvPicPr/>
          <p:nvPr/>
        </p:nvPicPr>
        <p:blipFill>
          <a:blip r:embed="rId2"/>
          <a:srcRect l="237" r="996"/>
          <a:stretch/>
        </p:blipFill>
        <p:spPr>
          <a:xfrm rot="10800000" flipH="1">
            <a:off x="0" y="-6480"/>
            <a:ext cx="9164160" cy="5149080"/>
          </a:xfrm>
          <a:prstGeom prst="rect">
            <a:avLst/>
          </a:prstGeom>
          <a:noFill/>
          <a:ln w="0">
            <a:noFill/>
          </a:ln>
        </p:spPr>
      </p:pic>
      <p:pic>
        <p:nvPicPr>
          <p:cNvPr id="5" name="Google Shape;10;p2"/>
          <p:cNvPicPr/>
          <p:nvPr/>
        </p:nvPicPr>
        <p:blipFill>
          <a:blip r:embed="rId3">
            <a:alphaModFix amt="50000"/>
          </a:blip>
          <a:srcRect l="771" r="6256"/>
          <a:stretch/>
        </p:blipFill>
        <p:spPr>
          <a:xfrm rot="10800000" flipH="1">
            <a:off x="-58320" y="-6840"/>
            <a:ext cx="9279000" cy="5212440"/>
          </a:xfrm>
          <a:prstGeom prst="rect">
            <a:avLst/>
          </a:prstGeom>
          <a:noFill/>
          <a:ln w="0">
            <a:noFill/>
          </a:ln>
        </p:spPr>
      </p:pic>
      <p:sp>
        <p:nvSpPr>
          <p:cNvPr id="2" name="PlaceHolder 1"/>
          <p:cNvSpPr>
            <a:spLocks noGrp="1"/>
          </p:cNvSpPr>
          <p:nvPr>
            <p:ph type="title"/>
          </p:nvPr>
        </p:nvSpPr>
        <p:spPr>
          <a:xfrm>
            <a:off x="1958400" y="1392840"/>
            <a:ext cx="5226840" cy="1586520"/>
          </a:xfrm>
          <a:prstGeom prst="rect">
            <a:avLst/>
          </a:prstGeom>
          <a:noFill/>
          <a:ln w="0">
            <a:noFill/>
          </a:ln>
        </p:spPr>
        <p:txBody>
          <a:bodyPr lIns="91440" tIns="91440" rIns="91440" bIns="91440" anchor="b">
            <a:noAutofit/>
          </a:bodyPr>
          <a:lstStyle/>
          <a:p>
            <a:pPr indent="0">
              <a:buNone/>
            </a:pPr>
            <a:r>
              <a:rPr lang="fr-FR" sz="4000" b="0" u="none" strike="noStrike">
                <a:solidFill>
                  <a:schemeClr val="dk1"/>
                </a:solidFill>
                <a:effectLst/>
                <a:uFillTx/>
                <a:latin typeface="Arial"/>
              </a:rPr>
              <a:t>Click to edit the title text format</a:t>
            </a: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bg>
      <p:bgPr>
        <a:solidFill>
          <a:schemeClr val="lt1"/>
        </a:solidFill>
        <a:effectLst/>
      </p:bgPr>
    </p:bg>
    <p:spTree>
      <p:nvGrpSpPr>
        <p:cNvPr id="1" name=""/>
        <p:cNvGrpSpPr/>
        <p:nvPr/>
      </p:nvGrpSpPr>
      <p:grpSpPr>
        <a:xfrm>
          <a:off x="0" y="0"/>
          <a:ext cx="0" cy="0"/>
          <a:chOff x="0" y="0"/>
          <a:chExt cx="0" cy="0"/>
        </a:xfrm>
      </p:grpSpPr>
      <p:pic>
        <p:nvPicPr>
          <p:cNvPr id="4" name="Google Shape;85;p11"/>
          <p:cNvPicPr/>
          <p:nvPr/>
        </p:nvPicPr>
        <p:blipFill>
          <a:blip r:embed="rId2"/>
          <a:srcRect l="420" r="-520"/>
          <a:stretch/>
        </p:blipFill>
        <p:spPr>
          <a:xfrm rot="16200000" flipH="1">
            <a:off x="1983960" y="-1990800"/>
            <a:ext cx="5188320" cy="9156240"/>
          </a:xfrm>
          <a:prstGeom prst="rect">
            <a:avLst/>
          </a:prstGeom>
          <a:noFill/>
          <a:ln w="0">
            <a:noFill/>
          </a:ln>
        </p:spPr>
      </p:pic>
      <p:pic>
        <p:nvPicPr>
          <p:cNvPr id="5" name="Google Shape;86;p11"/>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6" name="PlaceHolder 1"/>
          <p:cNvSpPr>
            <a:spLocks noGrp="1"/>
          </p:cNvSpPr>
          <p:nvPr>
            <p:ph type="title"/>
          </p:nvPr>
        </p:nvSpPr>
        <p:spPr>
          <a:xfrm>
            <a:off x="2095560" y="1669680"/>
            <a:ext cx="4952520" cy="111420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_1_1_1_1_1_1">
    <p:bg>
      <p:bgPr>
        <a:solidFill>
          <a:schemeClr val="lt1"/>
        </a:solidFill>
        <a:effectLst/>
      </p:bgPr>
    </p:bg>
    <p:spTree>
      <p:nvGrpSpPr>
        <p:cNvPr id="1" name=""/>
        <p:cNvGrpSpPr/>
        <p:nvPr/>
      </p:nvGrpSpPr>
      <p:grpSpPr>
        <a:xfrm>
          <a:off x="0" y="0"/>
          <a:ext cx="0" cy="0"/>
          <a:chOff x="0" y="0"/>
          <a:chExt cx="0" cy="0"/>
        </a:xfrm>
      </p:grpSpPr>
      <p:pic>
        <p:nvPicPr>
          <p:cNvPr id="7" name="Google Shape;91;p13"/>
          <p:cNvPicPr/>
          <p:nvPr/>
        </p:nvPicPr>
        <p:blipFill>
          <a:blip r:embed="rId2"/>
          <a:srcRect l="420" r="-520"/>
          <a:stretch/>
        </p:blipFill>
        <p:spPr>
          <a:xfrm rot="5400000">
            <a:off x="1982520" y="-1990800"/>
            <a:ext cx="5188320" cy="9156240"/>
          </a:xfrm>
          <a:prstGeom prst="rect">
            <a:avLst/>
          </a:prstGeom>
          <a:noFill/>
          <a:ln w="0">
            <a:noFill/>
          </a:ln>
        </p:spPr>
      </p:pic>
      <p:pic>
        <p:nvPicPr>
          <p:cNvPr id="8" name="Google Shape;92;p13"/>
          <p:cNvPicPr/>
          <p:nvPr/>
        </p:nvPicPr>
        <p:blipFill>
          <a:blip r:embed="rId3">
            <a:alphaModFix amt="50000"/>
          </a:blip>
          <a:srcRect l="1158" r="46635" b="51446"/>
          <a:stretch/>
        </p:blipFill>
        <p:spPr>
          <a:xfrm rot="5400000">
            <a:off x="-1330920" y="1316520"/>
            <a:ext cx="5146560" cy="2499480"/>
          </a:xfrm>
          <a:prstGeom prst="rect">
            <a:avLst/>
          </a:prstGeom>
          <a:noFill/>
          <a:ln w="0">
            <a:noFill/>
          </a:ln>
        </p:spPr>
      </p:pic>
      <p:sp>
        <p:nvSpPr>
          <p:cNvPr id="9" name="PlaceHolder 1"/>
          <p:cNvSpPr>
            <a:spLocks noGrp="1"/>
          </p:cNvSpPr>
          <p:nvPr>
            <p:ph type="title"/>
          </p:nvPr>
        </p:nvSpPr>
        <p:spPr>
          <a:xfrm>
            <a:off x="1020960" y="444960"/>
            <a:ext cx="68378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0" name="PlaceHolder 2"/>
          <p:cNvSpPr>
            <a:spLocks noGrp="1"/>
          </p:cNvSpPr>
          <p:nvPr>
            <p:ph type="title"/>
          </p:nvPr>
        </p:nvSpPr>
        <p:spPr>
          <a:xfrm>
            <a:off x="1105200" y="30142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1" name="PlaceHolder 3"/>
          <p:cNvSpPr>
            <a:spLocks noGrp="1"/>
          </p:cNvSpPr>
          <p:nvPr>
            <p:ph type="title"/>
          </p:nvPr>
        </p:nvSpPr>
        <p:spPr>
          <a:xfrm>
            <a:off x="1105200" y="388224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2" name="PlaceHolder 4"/>
          <p:cNvSpPr>
            <a:spLocks noGrp="1"/>
          </p:cNvSpPr>
          <p:nvPr>
            <p:ph type="title"/>
          </p:nvPr>
        </p:nvSpPr>
        <p:spPr>
          <a:xfrm>
            <a:off x="1104840" y="12790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3" name="PlaceHolder 5"/>
          <p:cNvSpPr>
            <a:spLocks noGrp="1"/>
          </p:cNvSpPr>
          <p:nvPr>
            <p:ph type="title"/>
          </p:nvPr>
        </p:nvSpPr>
        <p:spPr>
          <a:xfrm>
            <a:off x="1104840" y="2146680"/>
            <a:ext cx="1146240" cy="67392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3000" b="0" u="none" strike="noStrike">
                <a:solidFill>
                  <a:schemeClr val="dk1"/>
                </a:solidFill>
                <a:effectLst/>
                <a:uFillTx/>
                <a:latin typeface="DM Sans ExtraBold"/>
                <a:ea typeface="DM Sans ExtraBold"/>
              </a:rPr>
              <a:t>xx%</a:t>
            </a:r>
            <a:endParaRPr lang="fr-FR" sz="3000" b="0" u="none" strike="noStrike">
              <a:solidFill>
                <a:schemeClr val="dk1"/>
              </a:solidFill>
              <a:effectLst/>
              <a:uFillTx/>
              <a:latin typeface="Arial"/>
            </a:endParaRPr>
          </a:p>
        </p:txBody>
      </p:sp>
      <p:sp>
        <p:nvSpPr>
          <p:cNvPr id="14" name="Google Shape;106;p1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 name="Google Shape;107;p1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 name="Google Shape;108;p1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 name="Google Shape;109;p1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 name="Google Shape;110;p1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 name="Google Shape;111;p1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 name="Google Shape;112;p1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 name="Google Shape;113;p1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_1_1">
    <p:bg>
      <p:bgPr>
        <a:solidFill>
          <a:schemeClr val="lt1"/>
        </a:solidFill>
        <a:effectLst/>
      </p:bgPr>
    </p:bg>
    <p:spTree>
      <p:nvGrpSpPr>
        <p:cNvPr id="1" name=""/>
        <p:cNvGrpSpPr/>
        <p:nvPr/>
      </p:nvGrpSpPr>
      <p:grpSpPr>
        <a:xfrm>
          <a:off x="0" y="0"/>
          <a:ext cx="0" cy="0"/>
          <a:chOff x="0" y="0"/>
          <a:chExt cx="0" cy="0"/>
        </a:xfrm>
      </p:grpSpPr>
      <p:pic>
        <p:nvPicPr>
          <p:cNvPr id="22" name="Google Shape;115;p14"/>
          <p:cNvPicPr/>
          <p:nvPr/>
        </p:nvPicPr>
        <p:blipFill>
          <a:blip r:embed="rId2"/>
          <a:srcRect l="420" r="-520"/>
          <a:stretch/>
        </p:blipFill>
        <p:spPr>
          <a:xfrm rot="16200000" flipH="1">
            <a:off x="1983960" y="-1990800"/>
            <a:ext cx="5188320" cy="9156240"/>
          </a:xfrm>
          <a:prstGeom prst="rect">
            <a:avLst/>
          </a:prstGeom>
          <a:noFill/>
          <a:ln w="0">
            <a:noFill/>
          </a:ln>
        </p:spPr>
      </p:pic>
      <p:pic>
        <p:nvPicPr>
          <p:cNvPr id="23" name="Google Shape;116;p14"/>
          <p:cNvPicPr/>
          <p:nvPr/>
        </p:nvPicPr>
        <p:blipFill>
          <a:blip r:embed="rId3">
            <a:alphaModFix amt="50000"/>
          </a:blip>
          <a:srcRect l="1158" r="46635" b="51446"/>
          <a:stretch/>
        </p:blipFill>
        <p:spPr>
          <a:xfrm rot="16200000" flipH="1">
            <a:off x="5333040" y="1316520"/>
            <a:ext cx="5146560" cy="2499480"/>
          </a:xfrm>
          <a:prstGeom prst="rect">
            <a:avLst/>
          </a:prstGeom>
          <a:noFill/>
          <a:ln w="0">
            <a:noFill/>
          </a:ln>
        </p:spPr>
      </p:pic>
      <p:sp>
        <p:nvSpPr>
          <p:cNvPr id="24" name="Google Shape;117;p1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5" name="Google Shape;118;p1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6" name="PlaceHolder 1"/>
          <p:cNvSpPr>
            <a:spLocks noGrp="1"/>
          </p:cNvSpPr>
          <p:nvPr>
            <p:ph type="title"/>
          </p:nvPr>
        </p:nvSpPr>
        <p:spPr>
          <a:xfrm>
            <a:off x="1225080" y="3724200"/>
            <a:ext cx="6693120" cy="531720"/>
          </a:xfrm>
          <a:prstGeom prst="rect">
            <a:avLst/>
          </a:prstGeom>
          <a:solidFill>
            <a:schemeClr val="lt1"/>
          </a:solidFill>
          <a:ln w="0">
            <a:noFill/>
          </a:ln>
        </p:spPr>
        <p:txBody>
          <a:bodyPr lIns="91440" tIns="91440" rIns="91440" bIns="91440" anchor="ctr">
            <a:noAutofit/>
          </a:bodyPr>
          <a:lstStyle/>
          <a:p>
            <a:pPr indent="0">
              <a:buNone/>
            </a:pPr>
            <a:r>
              <a:rPr lang="fr-FR" sz="2000" b="0" u="none" strike="noStrike">
                <a:solidFill>
                  <a:schemeClr val="dk1"/>
                </a:solidFill>
                <a:effectLst/>
                <a:uFillTx/>
                <a:latin typeface="Arial"/>
              </a:rPr>
              <a:t>Click to edit the title text format</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CUSTOM_11">
    <p:bg>
      <p:bgPr>
        <a:solidFill>
          <a:schemeClr val="lt1"/>
        </a:solidFill>
        <a:effectLst/>
      </p:bgPr>
    </p:bg>
    <p:spTree>
      <p:nvGrpSpPr>
        <p:cNvPr id="1" name=""/>
        <p:cNvGrpSpPr/>
        <p:nvPr/>
      </p:nvGrpSpPr>
      <p:grpSpPr>
        <a:xfrm>
          <a:off x="0" y="0"/>
          <a:ext cx="0" cy="0"/>
          <a:chOff x="0" y="0"/>
          <a:chExt cx="0" cy="0"/>
        </a:xfrm>
      </p:grpSpPr>
      <p:pic>
        <p:nvPicPr>
          <p:cNvPr id="27" name="Google Shape;122;p15"/>
          <p:cNvPicPr/>
          <p:nvPr/>
        </p:nvPicPr>
        <p:blipFill>
          <a:blip r:embed="rId2"/>
          <a:srcRect l="2210" t="1565" r="2039" b="2427"/>
          <a:stretch/>
        </p:blipFill>
        <p:spPr>
          <a:xfrm rot="10800000" flipH="1">
            <a:off x="-35640" y="-5760"/>
            <a:ext cx="9224280" cy="5202720"/>
          </a:xfrm>
          <a:prstGeom prst="rect">
            <a:avLst/>
          </a:prstGeom>
          <a:noFill/>
          <a:ln w="0">
            <a:noFill/>
          </a:ln>
        </p:spPr>
      </p:pic>
      <p:pic>
        <p:nvPicPr>
          <p:cNvPr id="28" name="Google Shape;123;p15"/>
          <p:cNvPicPr/>
          <p:nvPr/>
        </p:nvPicPr>
        <p:blipFill>
          <a:blip r:embed="rId3">
            <a:alphaModFix amt="50000"/>
          </a:blip>
          <a:srcRect l="28399" r="7263"/>
          <a:stretch/>
        </p:blipFill>
        <p:spPr>
          <a:xfrm rot="10800000" flipH="1">
            <a:off x="0" y="-2520"/>
            <a:ext cx="6342840" cy="5149080"/>
          </a:xfrm>
          <a:prstGeom prst="rect">
            <a:avLst/>
          </a:prstGeom>
          <a:noFill/>
          <a:ln w="0">
            <a:noFill/>
          </a:ln>
        </p:spPr>
      </p:pic>
      <p:sp>
        <p:nvSpPr>
          <p:cNvPr id="29" name="PlaceHolder 1"/>
          <p:cNvSpPr>
            <a:spLocks noGrp="1"/>
          </p:cNvSpPr>
          <p:nvPr>
            <p:ph type="title"/>
          </p:nvPr>
        </p:nvSpPr>
        <p:spPr>
          <a:xfrm>
            <a:off x="1762200" y="2221920"/>
            <a:ext cx="5619600" cy="14205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30" name="PlaceHolder 2"/>
          <p:cNvSpPr>
            <a:spLocks noGrp="1"/>
          </p:cNvSpPr>
          <p:nvPr>
            <p:ph type="title"/>
          </p:nvPr>
        </p:nvSpPr>
        <p:spPr>
          <a:xfrm>
            <a:off x="3730680" y="1028880"/>
            <a:ext cx="1682640" cy="10371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USTOM">
    <p:bg>
      <p:bgPr>
        <a:solidFill>
          <a:schemeClr val="lt1"/>
        </a:solidFill>
        <a:effectLst/>
      </p:bgPr>
    </p:bg>
    <p:spTree>
      <p:nvGrpSpPr>
        <p:cNvPr id="1" name=""/>
        <p:cNvGrpSpPr/>
        <p:nvPr/>
      </p:nvGrpSpPr>
      <p:grpSpPr>
        <a:xfrm>
          <a:off x="0" y="0"/>
          <a:ext cx="0" cy="0"/>
          <a:chOff x="0" y="0"/>
          <a:chExt cx="0" cy="0"/>
        </a:xfrm>
      </p:grpSpPr>
      <p:pic>
        <p:nvPicPr>
          <p:cNvPr id="31" name="Google Shape;128;p16"/>
          <p:cNvPicPr/>
          <p:nvPr/>
        </p:nvPicPr>
        <p:blipFill>
          <a:blip r:embed="rId2"/>
          <a:srcRect l="2068" t="1288" r="67847" b="1188"/>
          <a:stretch/>
        </p:blipFill>
        <p:spPr>
          <a:xfrm rot="5400000">
            <a:off x="1976040" y="-2045160"/>
            <a:ext cx="5182920" cy="9237600"/>
          </a:xfrm>
          <a:prstGeom prst="rect">
            <a:avLst/>
          </a:prstGeom>
          <a:noFill/>
          <a:ln w="0">
            <a:noFill/>
          </a:ln>
        </p:spPr>
      </p:pic>
      <p:pic>
        <p:nvPicPr>
          <p:cNvPr id="32" name="Google Shape;129;p16"/>
          <p:cNvPicPr/>
          <p:nvPr/>
        </p:nvPicPr>
        <p:blipFill>
          <a:blip r:embed="rId3">
            <a:alphaModFix amt="50000"/>
          </a:blip>
          <a:srcRect l="10398" t="7567" r="28315" b="-125040"/>
          <a:stretch/>
        </p:blipFill>
        <p:spPr>
          <a:xfrm rot="5400000">
            <a:off x="2179800" y="-1999800"/>
            <a:ext cx="5137920" cy="9143640"/>
          </a:xfrm>
          <a:prstGeom prst="rect">
            <a:avLst/>
          </a:prstGeom>
          <a:noFill/>
          <a:ln w="0">
            <a:noFill/>
          </a:ln>
        </p:spPr>
      </p:pic>
      <p:sp>
        <p:nvSpPr>
          <p:cNvPr id="33" name="Google Shape;130;p1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4" name="Google Shape;131;p1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5" name="Google Shape;132;p1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6" name="Google Shape;133;p16"/>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7" name="Google Shape;134;p16"/>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8" name="Google Shape;135;p16"/>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39" name="Google Shape;136;p16"/>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0" name="Google Shape;137;p16"/>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1" name="PlaceHolder 1"/>
          <p:cNvSpPr>
            <a:spLocks noGrp="1"/>
          </p:cNvSpPr>
          <p:nvPr>
            <p:ph type="title"/>
          </p:nvPr>
        </p:nvSpPr>
        <p:spPr>
          <a:xfrm>
            <a:off x="1015200" y="866880"/>
            <a:ext cx="3404160" cy="217152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
        <p:nvSpPr>
          <p:cNvPr id="42" name="PlaceHolder 2"/>
          <p:cNvSpPr>
            <a:spLocks noGrp="1"/>
          </p:cNvSpPr>
          <p:nvPr>
            <p:ph type="body"/>
          </p:nvPr>
        </p:nvSpPr>
        <p:spPr>
          <a:xfrm>
            <a:off x="5383080" y="680040"/>
            <a:ext cx="2814120" cy="3783600"/>
          </a:xfrm>
          <a:prstGeom prst="rect">
            <a:avLst/>
          </a:prstGeom>
          <a:noFill/>
          <a:ln w="0">
            <a:noFill/>
          </a:ln>
          <a:effectLst>
            <a:outerShdw blurRad="57240" dist="19080" dir="5400000" rotWithShape="0">
              <a:srgbClr val="0F2A29">
                <a:alpha val="50000"/>
              </a:srgbClr>
            </a:outerShdw>
          </a:effectLst>
        </p:spPr>
        <p:txBody>
          <a:bodyPr lIns="90000" tIns="45000" rIns="90000" bIns="45000" anchor="t">
            <a:normAutofit fontScale="40000" lnSpcReduction="19999"/>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CUSTOM_4">
    <p:bg>
      <p:bgPr>
        <a:solidFill>
          <a:schemeClr val="lt1"/>
        </a:solidFill>
        <a:effectLst/>
      </p:bgPr>
    </p:bg>
    <p:spTree>
      <p:nvGrpSpPr>
        <p:cNvPr id="1" name=""/>
        <p:cNvGrpSpPr/>
        <p:nvPr/>
      </p:nvGrpSpPr>
      <p:grpSpPr>
        <a:xfrm>
          <a:off x="0" y="0"/>
          <a:ext cx="0" cy="0"/>
          <a:chOff x="0" y="0"/>
          <a:chExt cx="0" cy="0"/>
        </a:xfrm>
      </p:grpSpPr>
      <p:pic>
        <p:nvPicPr>
          <p:cNvPr id="43" name="Google Shape;142;p17"/>
          <p:cNvPicPr/>
          <p:nvPr/>
        </p:nvPicPr>
        <p:blipFill>
          <a:blip r:embed="rId2">
            <a:alphaModFix amt="80000"/>
          </a:blip>
          <a:srcRect l="3846"/>
          <a:stretch/>
        </p:blipFill>
        <p:spPr>
          <a:xfrm rot="5400000">
            <a:off x="1992600" y="-2000880"/>
            <a:ext cx="5167800" cy="9156240"/>
          </a:xfrm>
          <a:prstGeom prst="rect">
            <a:avLst/>
          </a:prstGeom>
          <a:noFill/>
          <a:ln w="0">
            <a:noFill/>
          </a:ln>
        </p:spPr>
      </p:pic>
      <p:pic>
        <p:nvPicPr>
          <p:cNvPr id="44" name="Google Shape;143;p17"/>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45" name="PlaceHolder 1"/>
          <p:cNvSpPr>
            <a:spLocks noGrp="1"/>
          </p:cNvSpPr>
          <p:nvPr>
            <p:ph type="title"/>
          </p:nvPr>
        </p:nvSpPr>
        <p:spPr>
          <a:xfrm>
            <a:off x="1053360" y="1333440"/>
            <a:ext cx="2765880" cy="122220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CUSTOM_4_1">
    <p:bg>
      <p:bgPr>
        <a:solidFill>
          <a:schemeClr val="lt1"/>
        </a:solidFill>
        <a:effectLst/>
      </p:bgPr>
    </p:bg>
    <p:spTree>
      <p:nvGrpSpPr>
        <p:cNvPr id="1" name=""/>
        <p:cNvGrpSpPr/>
        <p:nvPr/>
      </p:nvGrpSpPr>
      <p:grpSpPr>
        <a:xfrm>
          <a:off x="0" y="0"/>
          <a:ext cx="0" cy="0"/>
          <a:chOff x="0" y="0"/>
          <a:chExt cx="0" cy="0"/>
        </a:xfrm>
      </p:grpSpPr>
      <p:pic>
        <p:nvPicPr>
          <p:cNvPr id="46" name="Google Shape;147;p18"/>
          <p:cNvPicPr/>
          <p:nvPr/>
        </p:nvPicPr>
        <p:blipFill>
          <a:blip r:embed="rId2"/>
          <a:srcRect l="420" r="-520"/>
          <a:stretch/>
        </p:blipFill>
        <p:spPr>
          <a:xfrm rot="5400000" flipH="1">
            <a:off x="1951560" y="-2021400"/>
            <a:ext cx="5250240" cy="9156240"/>
          </a:xfrm>
          <a:prstGeom prst="rect">
            <a:avLst/>
          </a:prstGeom>
          <a:noFill/>
          <a:ln w="0">
            <a:noFill/>
          </a:ln>
        </p:spPr>
      </p:pic>
      <p:pic>
        <p:nvPicPr>
          <p:cNvPr id="47" name="Google Shape;148;p18"/>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48" name="Google Shape;149;p18"/>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49" name="Google Shape;150;p18"/>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0" name="Google Shape;151;p18"/>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1" name="Google Shape;152;p18"/>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2" name="Google Shape;153;p18"/>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3" name="Google Shape;154;p18"/>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4" name="Google Shape;155;p18"/>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5" name="Google Shape;156;p18"/>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56" name="PlaceHolder 1"/>
          <p:cNvSpPr>
            <a:spLocks noGrp="1"/>
          </p:cNvSpPr>
          <p:nvPr>
            <p:ph type="title"/>
          </p:nvPr>
        </p:nvSpPr>
        <p:spPr>
          <a:xfrm>
            <a:off x="5230080" y="1410840"/>
            <a:ext cx="2630160" cy="1241280"/>
          </a:xfrm>
          <a:prstGeom prst="rect">
            <a:avLst/>
          </a:prstGeom>
          <a:noFill/>
          <a:ln w="0">
            <a:noFill/>
          </a:ln>
        </p:spPr>
        <p:txBody>
          <a:bodyPr lIns="91440" tIns="91440" rIns="91440" bIns="91440" anchor="b">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USTOM_4_1_1">
    <p:bg>
      <p:bgPr>
        <a:solidFill>
          <a:schemeClr val="lt1"/>
        </a:solidFill>
        <a:effectLst/>
      </p:bgPr>
    </p:bg>
    <p:spTree>
      <p:nvGrpSpPr>
        <p:cNvPr id="1" name=""/>
        <p:cNvGrpSpPr/>
        <p:nvPr/>
      </p:nvGrpSpPr>
      <p:grpSpPr>
        <a:xfrm>
          <a:off x="0" y="0"/>
          <a:ext cx="0" cy="0"/>
          <a:chOff x="0" y="0"/>
          <a:chExt cx="0" cy="0"/>
        </a:xfrm>
      </p:grpSpPr>
      <p:pic>
        <p:nvPicPr>
          <p:cNvPr id="57" name="Google Shape;160;p19"/>
          <p:cNvPicPr/>
          <p:nvPr/>
        </p:nvPicPr>
        <p:blipFill>
          <a:blip r:embed="rId2"/>
          <a:srcRect l="420" r="-520"/>
          <a:stretch/>
        </p:blipFill>
        <p:spPr>
          <a:xfrm rot="16200000" flipH="1">
            <a:off x="1981800" y="-1990800"/>
            <a:ext cx="5188320" cy="9156240"/>
          </a:xfrm>
          <a:prstGeom prst="rect">
            <a:avLst/>
          </a:prstGeom>
          <a:noFill/>
          <a:ln w="0">
            <a:noFill/>
          </a:ln>
        </p:spPr>
      </p:pic>
      <p:pic>
        <p:nvPicPr>
          <p:cNvPr id="58" name="Google Shape;161;p19"/>
          <p:cNvPicPr/>
          <p:nvPr/>
        </p:nvPicPr>
        <p:blipFill>
          <a:blip r:embed="rId3">
            <a:alphaModFix amt="50000"/>
          </a:blip>
          <a:srcRect l="1158" r="46635" b="74946"/>
          <a:stretch/>
        </p:blipFill>
        <p:spPr>
          <a:xfrm rot="5400000">
            <a:off x="-1922760" y="1921680"/>
            <a:ext cx="5146560" cy="1289520"/>
          </a:xfrm>
          <a:prstGeom prst="rect">
            <a:avLst/>
          </a:prstGeom>
          <a:noFill/>
          <a:ln w="0">
            <a:noFill/>
          </a:ln>
        </p:spPr>
      </p:pic>
      <p:sp>
        <p:nvSpPr>
          <p:cNvPr id="59" name="Google Shape;162;p1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0" name="Google Shape;163;p1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1" name="Google Shape;164;p1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3" name="PlaceHolder 2"/>
          <p:cNvSpPr>
            <a:spLocks noGrp="1"/>
          </p:cNvSpPr>
          <p:nvPr>
            <p:ph type="body"/>
          </p:nvPr>
        </p:nvSpPr>
        <p:spPr>
          <a:xfrm>
            <a:off x="726480" y="1017720"/>
            <a:ext cx="7703640" cy="125856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USTOM_10">
    <p:bg>
      <p:bgPr>
        <a:solidFill>
          <a:schemeClr val="lt1"/>
        </a:solidFill>
        <a:effectLst/>
      </p:bgPr>
    </p:bg>
    <p:spTree>
      <p:nvGrpSpPr>
        <p:cNvPr id="1" name=""/>
        <p:cNvGrpSpPr/>
        <p:nvPr/>
      </p:nvGrpSpPr>
      <p:grpSpPr>
        <a:xfrm>
          <a:off x="0" y="0"/>
          <a:ext cx="0" cy="0"/>
          <a:chOff x="0" y="0"/>
          <a:chExt cx="0" cy="0"/>
        </a:xfrm>
      </p:grpSpPr>
      <p:pic>
        <p:nvPicPr>
          <p:cNvPr id="64" name="Google Shape;168;p20"/>
          <p:cNvPicPr/>
          <p:nvPr/>
        </p:nvPicPr>
        <p:blipFill>
          <a:blip r:embed="rId2"/>
          <a:srcRect l="420" r="-520"/>
          <a:stretch/>
        </p:blipFill>
        <p:spPr>
          <a:xfrm rot="5400000">
            <a:off x="1982520" y="-1990800"/>
            <a:ext cx="5188320" cy="9156240"/>
          </a:xfrm>
          <a:prstGeom prst="rect">
            <a:avLst/>
          </a:prstGeom>
          <a:noFill/>
          <a:ln w="0">
            <a:noFill/>
          </a:ln>
        </p:spPr>
      </p:pic>
      <p:pic>
        <p:nvPicPr>
          <p:cNvPr id="65" name="Google Shape;169;p20"/>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sp>
        <p:nvSpPr>
          <p:cNvPr id="66"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67" name="Google Shape;171;p2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8" name="Google Shape;172;p2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69" name="Google Shape;173;p2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0" name="Google Shape;174;p2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1" name="Google Shape;175;p2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2" name="Google Shape;176;p2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3" name="Google Shape;177;p2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74" name="Google Shape;178;p2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ECTION_HEADER">
    <p:bg>
      <p:bgPr>
        <a:solidFill>
          <a:schemeClr val="lt1"/>
        </a:solidFill>
        <a:effectLst/>
      </p:bgPr>
    </p:bg>
    <p:spTree>
      <p:nvGrpSpPr>
        <p:cNvPr id="1" name=""/>
        <p:cNvGrpSpPr/>
        <p:nvPr/>
      </p:nvGrpSpPr>
      <p:grpSpPr>
        <a:xfrm>
          <a:off x="0" y="0"/>
          <a:ext cx="0" cy="0"/>
          <a:chOff x="0" y="0"/>
          <a:chExt cx="0" cy="0"/>
        </a:xfrm>
      </p:grpSpPr>
      <p:pic>
        <p:nvPicPr>
          <p:cNvPr id="75" name="Google Shape;14;p3"/>
          <p:cNvPicPr/>
          <p:nvPr/>
        </p:nvPicPr>
        <p:blipFill>
          <a:blip r:embed="rId2"/>
          <a:srcRect l="239" r="59"/>
          <a:stretch/>
        </p:blipFill>
        <p:spPr>
          <a:xfrm rot="10800000">
            <a:off x="-1800" y="-6480"/>
            <a:ext cx="9143640" cy="5149080"/>
          </a:xfrm>
          <a:prstGeom prst="rect">
            <a:avLst/>
          </a:prstGeom>
          <a:noFill/>
          <a:ln w="0">
            <a:noFill/>
          </a:ln>
        </p:spPr>
      </p:pic>
      <p:pic>
        <p:nvPicPr>
          <p:cNvPr id="76" name="Google Shape;15;p3"/>
          <p:cNvPicPr/>
          <p:nvPr/>
        </p:nvPicPr>
        <p:blipFill>
          <a:blip r:embed="rId3">
            <a:alphaModFix amt="50000"/>
          </a:blip>
          <a:srcRect l="1160" r="6102"/>
          <a:stretch/>
        </p:blipFill>
        <p:spPr>
          <a:xfrm rot="10800000">
            <a:off x="360" y="-6480"/>
            <a:ext cx="9143640" cy="5149080"/>
          </a:xfrm>
          <a:prstGeom prst="rect">
            <a:avLst/>
          </a:prstGeom>
          <a:noFill/>
          <a:ln w="0">
            <a:noFill/>
          </a:ln>
        </p:spPr>
      </p:pic>
      <p:sp>
        <p:nvSpPr>
          <p:cNvPr id="77" name="PlaceHolder 1"/>
          <p:cNvSpPr>
            <a:spLocks noGrp="1"/>
          </p:cNvSpPr>
          <p:nvPr>
            <p:ph type="title"/>
          </p:nvPr>
        </p:nvSpPr>
        <p:spPr>
          <a:xfrm>
            <a:off x="713160" y="2347200"/>
            <a:ext cx="4370400" cy="1305360"/>
          </a:xfrm>
          <a:prstGeom prst="rect">
            <a:avLst/>
          </a:prstGeom>
          <a:noFill/>
          <a:ln w="0">
            <a:noFill/>
          </a:ln>
        </p:spPr>
        <p:txBody>
          <a:bodyPr lIns="91440" tIns="91440" rIns="91440" bIns="91440" anchor="ctr">
            <a:noAutofit/>
          </a:bodyPr>
          <a:lstStyle/>
          <a:p>
            <a:pPr indent="0">
              <a:buNone/>
            </a:pPr>
            <a:r>
              <a:rPr lang="fr-FR" sz="4000" b="0" u="none" strike="noStrike">
                <a:solidFill>
                  <a:schemeClr val="dk1"/>
                </a:solidFill>
                <a:effectLst/>
                <a:uFillTx/>
                <a:latin typeface="Arial"/>
              </a:rPr>
              <a:t>Click to edit the title text format</a:t>
            </a:r>
          </a:p>
        </p:txBody>
      </p:sp>
      <p:sp>
        <p:nvSpPr>
          <p:cNvPr id="78" name="PlaceHolder 2"/>
          <p:cNvSpPr>
            <a:spLocks noGrp="1"/>
          </p:cNvSpPr>
          <p:nvPr>
            <p:ph type="title"/>
          </p:nvPr>
        </p:nvSpPr>
        <p:spPr>
          <a:xfrm>
            <a:off x="713160" y="802080"/>
            <a:ext cx="1775160" cy="1236960"/>
          </a:xfrm>
          <a:prstGeom prst="rect">
            <a:avLst/>
          </a:prstGeom>
          <a:solidFill>
            <a:schemeClr val="lt1"/>
          </a:solidFill>
          <a:ln w="0">
            <a:noFill/>
          </a:ln>
        </p:spPr>
        <p:txBody>
          <a:bodyPr lIns="91440" tIns="91440" rIns="91440" bIns="91440" anchor="ctr">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79" name="PlaceHolder 3"/>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USTOM_10_1">
    <p:bg>
      <p:bgPr>
        <a:solidFill>
          <a:schemeClr val="lt1"/>
        </a:solidFill>
        <a:effectLst/>
      </p:bgPr>
    </p:bg>
    <p:spTree>
      <p:nvGrpSpPr>
        <p:cNvPr id="1" name=""/>
        <p:cNvGrpSpPr/>
        <p:nvPr/>
      </p:nvGrpSpPr>
      <p:grpSpPr>
        <a:xfrm>
          <a:off x="0" y="0"/>
          <a:ext cx="0" cy="0"/>
          <a:chOff x="0" y="0"/>
          <a:chExt cx="0" cy="0"/>
        </a:xfrm>
      </p:grpSpPr>
      <p:pic>
        <p:nvPicPr>
          <p:cNvPr id="80" name="Google Shape;180;p21"/>
          <p:cNvPicPr/>
          <p:nvPr/>
        </p:nvPicPr>
        <p:blipFill>
          <a:blip r:embed="rId2"/>
          <a:srcRect l="411" r="1539"/>
          <a:stretch/>
        </p:blipFill>
        <p:spPr>
          <a:xfrm rot="5400000" flipH="1">
            <a:off x="1982520" y="-1990440"/>
            <a:ext cx="5188320" cy="9156240"/>
          </a:xfrm>
          <a:prstGeom prst="rect">
            <a:avLst/>
          </a:prstGeom>
          <a:noFill/>
          <a:ln w="0">
            <a:noFill/>
          </a:ln>
        </p:spPr>
      </p:pic>
      <p:pic>
        <p:nvPicPr>
          <p:cNvPr id="81" name="Google Shape;181;p2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2" name="Google Shape;182;p2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CUSTOM_10_1_1">
    <p:bg>
      <p:bgPr>
        <a:solidFill>
          <a:schemeClr val="lt1"/>
        </a:solidFill>
        <a:effectLst/>
      </p:bgPr>
    </p:bg>
    <p:spTree>
      <p:nvGrpSpPr>
        <p:cNvPr id="1" name=""/>
        <p:cNvGrpSpPr/>
        <p:nvPr/>
      </p:nvGrpSpPr>
      <p:grpSpPr>
        <a:xfrm>
          <a:off x="0" y="0"/>
          <a:ext cx="0" cy="0"/>
          <a:chOff x="0" y="0"/>
          <a:chExt cx="0" cy="0"/>
        </a:xfrm>
      </p:grpSpPr>
      <p:pic>
        <p:nvPicPr>
          <p:cNvPr id="84" name="Google Shape;185;p22"/>
          <p:cNvPicPr/>
          <p:nvPr/>
        </p:nvPicPr>
        <p:blipFill>
          <a:blip r:embed="rId2"/>
          <a:srcRect l="411" r="1539"/>
          <a:stretch/>
        </p:blipFill>
        <p:spPr>
          <a:xfrm rot="5400000" flipH="1">
            <a:off x="1982520" y="-1990440"/>
            <a:ext cx="5188320" cy="9156240"/>
          </a:xfrm>
          <a:prstGeom prst="rect">
            <a:avLst/>
          </a:prstGeom>
          <a:noFill/>
          <a:ln w="0">
            <a:noFill/>
          </a:ln>
        </p:spPr>
      </p:pic>
      <p:pic>
        <p:nvPicPr>
          <p:cNvPr id="85" name="Google Shape;186;p22"/>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86" name="Google Shape;187;p22"/>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
        <p:nvSpPr>
          <p:cNvPr id="87"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LE_AND_TWO_COLUMNS_1">
    <p:bg>
      <p:bgPr>
        <a:solidFill>
          <a:schemeClr val="lt1"/>
        </a:solidFill>
        <a:effectLst/>
      </p:bgPr>
    </p:bg>
    <p:spTree>
      <p:nvGrpSpPr>
        <p:cNvPr id="1" name=""/>
        <p:cNvGrpSpPr/>
        <p:nvPr/>
      </p:nvGrpSpPr>
      <p:grpSpPr>
        <a:xfrm>
          <a:off x="0" y="0"/>
          <a:ext cx="0" cy="0"/>
          <a:chOff x="0" y="0"/>
          <a:chExt cx="0" cy="0"/>
        </a:xfrm>
      </p:grpSpPr>
      <p:pic>
        <p:nvPicPr>
          <p:cNvPr id="88" name="Google Shape;190;p23"/>
          <p:cNvPicPr/>
          <p:nvPr/>
        </p:nvPicPr>
        <p:blipFill>
          <a:blip r:embed="rId2"/>
          <a:srcRect l="420" r="-520"/>
          <a:stretch/>
        </p:blipFill>
        <p:spPr>
          <a:xfrm rot="16200000" flipH="1">
            <a:off x="1976040" y="-1990800"/>
            <a:ext cx="5188320" cy="9156240"/>
          </a:xfrm>
          <a:prstGeom prst="rect">
            <a:avLst/>
          </a:prstGeom>
          <a:noFill/>
          <a:ln w="0">
            <a:noFill/>
          </a:ln>
        </p:spPr>
      </p:pic>
      <p:pic>
        <p:nvPicPr>
          <p:cNvPr id="89" name="Google Shape;191;p23"/>
          <p:cNvPicPr/>
          <p:nvPr/>
        </p:nvPicPr>
        <p:blipFill>
          <a:blip r:embed="rId3">
            <a:alphaModFix amt="50000"/>
          </a:blip>
          <a:srcRect l="1158" r="46635" b="51446"/>
          <a:stretch/>
        </p:blipFill>
        <p:spPr>
          <a:xfrm rot="16200000" flipH="1">
            <a:off x="5331240" y="1316520"/>
            <a:ext cx="5146560" cy="2499480"/>
          </a:xfrm>
          <a:prstGeom prst="rect">
            <a:avLst/>
          </a:prstGeom>
          <a:noFill/>
          <a:ln w="0">
            <a:noFill/>
          </a:ln>
        </p:spPr>
      </p:pic>
      <p:sp>
        <p:nvSpPr>
          <p:cNvPr id="90" name="Google Shape;192;p23"/>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1" name="Google Shape;193;p23"/>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2" name="Google Shape;194;p23"/>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3" name="Google Shape;195;p23"/>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4" name="Google Shape;196;p23"/>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5" name="Google Shape;197;p23"/>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6" name="Google Shape;198;p23"/>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7" name="Google Shape;199;p23"/>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98" name="PlaceHolder 1"/>
          <p:cNvSpPr>
            <a:spLocks noGrp="1"/>
          </p:cNvSpPr>
          <p:nvPr>
            <p:ph type="title"/>
          </p:nvPr>
        </p:nvSpPr>
        <p:spPr>
          <a:xfrm>
            <a:off x="713160" y="444960"/>
            <a:ext cx="7717320" cy="7873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TITLE_AND_TWO_COLUMNS_1_1">
    <p:bg>
      <p:bgPr>
        <a:solidFill>
          <a:schemeClr val="lt1"/>
        </a:solidFill>
        <a:effectLst/>
      </p:bgPr>
    </p:bg>
    <p:spTree>
      <p:nvGrpSpPr>
        <p:cNvPr id="1" name=""/>
        <p:cNvGrpSpPr/>
        <p:nvPr/>
      </p:nvGrpSpPr>
      <p:grpSpPr>
        <a:xfrm>
          <a:off x="0" y="0"/>
          <a:ext cx="0" cy="0"/>
          <a:chOff x="0" y="0"/>
          <a:chExt cx="0" cy="0"/>
        </a:xfrm>
      </p:grpSpPr>
      <p:pic>
        <p:nvPicPr>
          <p:cNvPr id="99" name="Google Shape;206;p24"/>
          <p:cNvPicPr/>
          <p:nvPr/>
        </p:nvPicPr>
        <p:blipFill>
          <a:blip r:embed="rId2"/>
          <a:srcRect l="420" r="-520"/>
          <a:stretch/>
        </p:blipFill>
        <p:spPr>
          <a:xfrm rot="5400000">
            <a:off x="1982520" y="-1990800"/>
            <a:ext cx="5188320" cy="9156240"/>
          </a:xfrm>
          <a:prstGeom prst="rect">
            <a:avLst/>
          </a:prstGeom>
          <a:noFill/>
          <a:ln w="0">
            <a:noFill/>
          </a:ln>
        </p:spPr>
      </p:pic>
      <p:pic>
        <p:nvPicPr>
          <p:cNvPr id="100" name="Google Shape;207;p24"/>
          <p:cNvPicPr/>
          <p:nvPr/>
        </p:nvPicPr>
        <p:blipFill>
          <a:blip r:embed="rId3">
            <a:alphaModFix amt="50000"/>
          </a:blip>
          <a:srcRect l="1158" r="46635" b="74946"/>
          <a:stretch/>
        </p:blipFill>
        <p:spPr>
          <a:xfrm rot="16200000" flipH="1">
            <a:off x="5928840" y="1921680"/>
            <a:ext cx="5146560" cy="1289520"/>
          </a:xfrm>
          <a:prstGeom prst="rect">
            <a:avLst/>
          </a:prstGeom>
          <a:noFill/>
          <a:ln w="0">
            <a:noFill/>
          </a:ln>
        </p:spPr>
      </p:pic>
      <p:pic>
        <p:nvPicPr>
          <p:cNvPr id="101" name="Google Shape;208;p24"/>
          <p:cNvPicPr/>
          <p:nvPr/>
        </p:nvPicPr>
        <p:blipFill>
          <a:blip r:embed="rId3">
            <a:alphaModFix amt="50000"/>
          </a:blip>
          <a:srcRect l="42826" t="34159" r="14891" b="9626"/>
          <a:stretch/>
        </p:blipFill>
        <p:spPr>
          <a:xfrm rot="10800000" flipH="1">
            <a:off x="6480" y="2274840"/>
            <a:ext cx="4168080" cy="2894040"/>
          </a:xfrm>
          <a:prstGeom prst="rect">
            <a:avLst/>
          </a:prstGeom>
          <a:noFill/>
          <a:ln w="0">
            <a:noFill/>
          </a:ln>
        </p:spPr>
      </p:pic>
      <p:sp>
        <p:nvSpPr>
          <p:cNvPr id="102" name="PlaceHolder 1"/>
          <p:cNvSpPr>
            <a:spLocks noGrp="1"/>
          </p:cNvSpPr>
          <p:nvPr>
            <p:ph type="title"/>
          </p:nvPr>
        </p:nvSpPr>
        <p:spPr>
          <a:xfrm>
            <a:off x="1477440" y="444960"/>
            <a:ext cx="6189120" cy="120852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USTOM_6">
    <p:bg>
      <p:bgPr>
        <a:solidFill>
          <a:schemeClr val="lt1"/>
        </a:solidFill>
        <a:effectLst/>
      </p:bgPr>
    </p:bg>
    <p:spTree>
      <p:nvGrpSpPr>
        <p:cNvPr id="1" name=""/>
        <p:cNvGrpSpPr/>
        <p:nvPr/>
      </p:nvGrpSpPr>
      <p:grpSpPr>
        <a:xfrm>
          <a:off x="0" y="0"/>
          <a:ext cx="0" cy="0"/>
          <a:chOff x="0" y="0"/>
          <a:chExt cx="0" cy="0"/>
        </a:xfrm>
      </p:grpSpPr>
      <p:pic>
        <p:nvPicPr>
          <p:cNvPr id="103" name="Google Shape;213;p25"/>
          <p:cNvPicPr/>
          <p:nvPr/>
        </p:nvPicPr>
        <p:blipFill>
          <a:blip r:embed="rId2"/>
          <a:srcRect l="-112" r="68722"/>
          <a:stretch/>
        </p:blipFill>
        <p:spPr>
          <a:xfrm rot="5400000">
            <a:off x="1961640" y="-2017080"/>
            <a:ext cx="5220720" cy="9143640"/>
          </a:xfrm>
          <a:prstGeom prst="rect">
            <a:avLst/>
          </a:prstGeom>
          <a:noFill/>
          <a:ln w="0">
            <a:noFill/>
          </a:ln>
        </p:spPr>
      </p:pic>
      <p:pic>
        <p:nvPicPr>
          <p:cNvPr id="104" name="Google Shape;214;p25"/>
          <p:cNvPicPr/>
          <p:nvPr/>
        </p:nvPicPr>
        <p:blipFill>
          <a:blip r:embed="rId3">
            <a:alphaModFix amt="50000"/>
          </a:blip>
          <a:srcRect l="25091" t="64070" r="46719" b="-15030"/>
          <a:stretch/>
        </p:blipFill>
        <p:spPr>
          <a:xfrm rot="5400000">
            <a:off x="5543280" y="174960"/>
            <a:ext cx="3763080" cy="3412440"/>
          </a:xfrm>
          <a:prstGeom prst="rect">
            <a:avLst/>
          </a:prstGeom>
          <a:noFill/>
          <a:ln w="0">
            <a:noFill/>
          </a:ln>
        </p:spPr>
      </p:pic>
      <p:sp>
        <p:nvSpPr>
          <p:cNvPr id="105" name="PlaceHolder 1"/>
          <p:cNvSpPr>
            <a:spLocks noGrp="1"/>
          </p:cNvSpPr>
          <p:nvPr>
            <p:ph type="title"/>
          </p:nvPr>
        </p:nvSpPr>
        <p:spPr>
          <a:xfrm>
            <a:off x="1486080" y="444960"/>
            <a:ext cx="6171480" cy="122148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06" name="Google Shape;222;p25"/>
          <p:cNvPicPr/>
          <p:nvPr/>
        </p:nvPicPr>
        <p:blipFill>
          <a:blip r:embed="rId3">
            <a:alphaModFix amt="50000"/>
          </a:blip>
          <a:srcRect l="25091" t="15030" r="46719" b="74075"/>
          <a:stretch/>
        </p:blipFill>
        <p:spPr>
          <a:xfrm rot="5400000">
            <a:off x="-1624320" y="1577520"/>
            <a:ext cx="3912840" cy="757800"/>
          </a:xfrm>
          <a:prstGeom prst="rect">
            <a:avLst/>
          </a:prstGeom>
          <a:noFill/>
          <a:ln w="0">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USTOM_5">
    <p:bg>
      <p:bgPr>
        <a:solidFill>
          <a:schemeClr val="lt1"/>
        </a:solidFill>
        <a:effectLst/>
      </p:bgPr>
    </p:bg>
    <p:spTree>
      <p:nvGrpSpPr>
        <p:cNvPr id="1" name=""/>
        <p:cNvGrpSpPr/>
        <p:nvPr/>
      </p:nvGrpSpPr>
      <p:grpSpPr>
        <a:xfrm>
          <a:off x="0" y="0"/>
          <a:ext cx="0" cy="0"/>
          <a:chOff x="0" y="0"/>
          <a:chExt cx="0" cy="0"/>
        </a:xfrm>
      </p:grpSpPr>
      <p:pic>
        <p:nvPicPr>
          <p:cNvPr id="107" name="Google Shape;224;p26"/>
          <p:cNvPicPr/>
          <p:nvPr/>
        </p:nvPicPr>
        <p:blipFill>
          <a:blip r:embed="rId2"/>
          <a:srcRect l="420" t="-242" r="-520" b="-242"/>
          <a:stretch/>
        </p:blipFill>
        <p:spPr>
          <a:xfrm rot="16200000" flipH="1">
            <a:off x="1983960" y="-2013120"/>
            <a:ext cx="5188320" cy="9200880"/>
          </a:xfrm>
          <a:prstGeom prst="rect">
            <a:avLst/>
          </a:prstGeom>
          <a:noFill/>
          <a:ln w="0">
            <a:noFill/>
          </a:ln>
        </p:spPr>
      </p:pic>
      <p:pic>
        <p:nvPicPr>
          <p:cNvPr id="108" name="Google Shape;225;p26"/>
          <p:cNvPicPr/>
          <p:nvPr/>
        </p:nvPicPr>
        <p:blipFill>
          <a:blip r:embed="rId3">
            <a:alphaModFix amt="50000"/>
          </a:blip>
          <a:srcRect l="1158" r="46635" b="51446"/>
          <a:stretch/>
        </p:blipFill>
        <p:spPr>
          <a:xfrm rot="5400000">
            <a:off x="-1324800" y="1316520"/>
            <a:ext cx="5146560" cy="2499480"/>
          </a:xfrm>
          <a:prstGeom prst="rect">
            <a:avLst/>
          </a:prstGeom>
          <a:noFill/>
          <a:ln w="0">
            <a:noFill/>
          </a:ln>
        </p:spPr>
      </p:pic>
      <p:sp>
        <p:nvSpPr>
          <p:cNvPr id="109" name="Google Shape;226;p2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0" name="Google Shape;227;p2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1" name="Google Shape;228;p2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2"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CUSTOM_7">
    <p:bg>
      <p:bgPr>
        <a:solidFill>
          <a:schemeClr val="lt1"/>
        </a:solidFill>
        <a:effectLst/>
      </p:bgPr>
    </p:bg>
    <p:spTree>
      <p:nvGrpSpPr>
        <p:cNvPr id="1" name=""/>
        <p:cNvGrpSpPr/>
        <p:nvPr/>
      </p:nvGrpSpPr>
      <p:grpSpPr>
        <a:xfrm>
          <a:off x="0" y="0"/>
          <a:ext cx="0" cy="0"/>
          <a:chOff x="0" y="0"/>
          <a:chExt cx="0" cy="0"/>
        </a:xfrm>
      </p:grpSpPr>
      <p:pic>
        <p:nvPicPr>
          <p:cNvPr id="113" name="Google Shape;239;p27"/>
          <p:cNvPicPr/>
          <p:nvPr/>
        </p:nvPicPr>
        <p:blipFill>
          <a:blip r:embed="rId2"/>
          <a:srcRect l="1525" t="2828" r="67003" b="2562"/>
          <a:stretch/>
        </p:blipFill>
        <p:spPr>
          <a:xfrm rot="5400000">
            <a:off x="1971000" y="-2064240"/>
            <a:ext cx="5233680" cy="9224640"/>
          </a:xfrm>
          <a:prstGeom prst="rect">
            <a:avLst/>
          </a:prstGeom>
          <a:noFill/>
          <a:ln w="0">
            <a:noFill/>
          </a:ln>
        </p:spPr>
      </p:pic>
      <p:pic>
        <p:nvPicPr>
          <p:cNvPr id="114" name="Google Shape;240;p27"/>
          <p:cNvPicPr/>
          <p:nvPr/>
        </p:nvPicPr>
        <p:blipFill>
          <a:blip r:embed="rId3">
            <a:alphaModFix amt="50000"/>
          </a:blip>
          <a:srcRect l="10398" t="17263" r="28315" b="-125022"/>
          <a:stretch/>
        </p:blipFill>
        <p:spPr>
          <a:xfrm rot="5400000">
            <a:off x="2273040" y="-1877040"/>
            <a:ext cx="5137920" cy="8735760"/>
          </a:xfrm>
          <a:prstGeom prst="rect">
            <a:avLst/>
          </a:prstGeom>
          <a:noFill/>
          <a:ln w="0">
            <a:noFill/>
          </a:ln>
        </p:spPr>
      </p:pic>
      <p:sp>
        <p:nvSpPr>
          <p:cNvPr id="115" name="Google Shape;241;p2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6" name="Google Shape;242;p2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7" name="Google Shape;243;p2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8" name="Google Shape;244;p2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19" name="Google Shape;245;p2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0" name="Google Shape;246;p2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1" name="Google Shape;247;p2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2" name="Google Shape;248;p2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23"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CUSTOM_8">
    <p:bg>
      <p:bgPr>
        <a:solidFill>
          <a:schemeClr val="lt1"/>
        </a:solidFill>
        <a:effectLst/>
      </p:bgPr>
    </p:bg>
    <p:spTree>
      <p:nvGrpSpPr>
        <p:cNvPr id="1" name=""/>
        <p:cNvGrpSpPr/>
        <p:nvPr/>
      </p:nvGrpSpPr>
      <p:grpSpPr>
        <a:xfrm>
          <a:off x="0" y="0"/>
          <a:ext cx="0" cy="0"/>
          <a:chOff x="0" y="0"/>
          <a:chExt cx="0" cy="0"/>
        </a:xfrm>
      </p:grpSpPr>
      <p:grpSp>
        <p:nvGrpSpPr>
          <p:cNvPr id="124" name="Google Shape;263;p28"/>
          <p:cNvGrpSpPr/>
          <p:nvPr/>
        </p:nvGrpSpPr>
        <p:grpSpPr>
          <a:xfrm>
            <a:off x="-1440" y="-6840"/>
            <a:ext cx="9156240" cy="5181120"/>
            <a:chOff x="-1440" y="-6840"/>
            <a:chExt cx="9156240" cy="5181120"/>
          </a:xfrm>
        </p:grpSpPr>
        <p:pic>
          <p:nvPicPr>
            <p:cNvPr id="125" name="Google Shape;264;p28"/>
            <p:cNvPicPr/>
            <p:nvPr/>
          </p:nvPicPr>
          <p:blipFill>
            <a:blip r:embed="rId2">
              <a:alphaModFix amt="80000"/>
            </a:blip>
            <a:srcRect l="5275" r="44373"/>
            <a:stretch/>
          </p:blipFill>
          <p:spPr>
            <a:xfrm rot="5400000" flipH="1">
              <a:off x="3238560" y="-741960"/>
              <a:ext cx="2676240" cy="9156240"/>
            </a:xfrm>
            <a:prstGeom prst="rect">
              <a:avLst/>
            </a:prstGeom>
            <a:noFill/>
            <a:ln w="0">
              <a:noFill/>
            </a:ln>
          </p:spPr>
        </p:pic>
        <p:pic>
          <p:nvPicPr>
            <p:cNvPr id="126" name="Google Shape;265;p28"/>
            <p:cNvPicPr/>
            <p:nvPr/>
          </p:nvPicPr>
          <p:blipFill>
            <a:blip r:embed="rId2">
              <a:alphaModFix amt="80000"/>
            </a:blip>
            <a:srcRect l="3991" r="46660"/>
            <a:stretch/>
          </p:blipFill>
          <p:spPr>
            <a:xfrm rot="5400000">
              <a:off x="3297960" y="-3306240"/>
              <a:ext cx="2557080" cy="9156240"/>
            </a:xfrm>
            <a:prstGeom prst="rect">
              <a:avLst/>
            </a:prstGeom>
            <a:noFill/>
            <a:ln w="0">
              <a:noFill/>
            </a:ln>
          </p:spPr>
        </p:pic>
      </p:grpSp>
      <p:pic>
        <p:nvPicPr>
          <p:cNvPr id="127" name="Google Shape;266;p28"/>
          <p:cNvPicPr/>
          <p:nvPr/>
        </p:nvPicPr>
        <p:blipFill>
          <a:blip r:embed="rId3">
            <a:alphaModFix amt="50000"/>
          </a:blip>
          <a:srcRect l="1158" r="46635" b="74688"/>
          <a:stretch/>
        </p:blipFill>
        <p:spPr>
          <a:xfrm rot="16200000" flipH="1">
            <a:off x="5935320" y="1915200"/>
            <a:ext cx="5146560" cy="1302480"/>
          </a:xfrm>
          <a:prstGeom prst="rect">
            <a:avLst/>
          </a:prstGeom>
          <a:noFill/>
          <a:ln w="0">
            <a:noFill/>
          </a:ln>
        </p:spPr>
      </p:pic>
      <p:sp>
        <p:nvSpPr>
          <p:cNvPr id="128" name="PlaceHolder 1"/>
          <p:cNvSpPr>
            <a:spLocks noGrp="1"/>
          </p:cNvSpPr>
          <p:nvPr>
            <p:ph type="title"/>
          </p:nvPr>
        </p:nvSpPr>
        <p:spPr>
          <a:xfrm>
            <a:off x="88596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29" name="PlaceHolder 2"/>
          <p:cNvSpPr>
            <a:spLocks noGrp="1"/>
          </p:cNvSpPr>
          <p:nvPr>
            <p:ph type="title"/>
          </p:nvPr>
        </p:nvSpPr>
        <p:spPr>
          <a:xfrm>
            <a:off x="34531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
        <p:nvSpPr>
          <p:cNvPr id="130" name="PlaceHolder 3"/>
          <p:cNvSpPr>
            <a:spLocks noGrp="1"/>
          </p:cNvSpPr>
          <p:nvPr>
            <p:ph type="title"/>
          </p:nvPr>
        </p:nvSpPr>
        <p:spPr>
          <a:xfrm>
            <a:off x="6019920" y="1731960"/>
            <a:ext cx="2237760" cy="888120"/>
          </a:xfrm>
          <a:prstGeom prst="rect">
            <a:avLst/>
          </a:prstGeom>
          <a:noFill/>
          <a:ln w="0">
            <a:noFill/>
          </a:ln>
        </p:spPr>
        <p:txBody>
          <a:bodyPr lIns="91440" tIns="91440" rIns="91440" bIns="91440" anchor="b">
            <a:noAutofit/>
          </a:bodyPr>
          <a:lstStyle/>
          <a:p>
            <a:pPr indent="0" algn="ctr">
              <a:lnSpc>
                <a:spcPct val="100000"/>
              </a:lnSpc>
              <a:buNone/>
            </a:pPr>
            <a:r>
              <a:rPr lang="fr-FR" sz="6000" b="0" u="none" strike="noStrike">
                <a:solidFill>
                  <a:schemeClr val="dk1"/>
                </a:solidFill>
                <a:effectLst/>
                <a:uFillTx/>
                <a:latin typeface="DM Sans ExtraBold"/>
                <a:ea typeface="DM Sans ExtraBold"/>
              </a:rPr>
              <a:t>xx%</a:t>
            </a:r>
            <a:endParaRPr lang="fr-FR" sz="6000" b="0" u="none" strike="noStrike">
              <a:solidFill>
                <a:schemeClr val="dk1"/>
              </a:solidFill>
              <a:effectLst/>
              <a:uFillTx/>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CUSTOM_8_1">
    <p:bg>
      <p:bgPr>
        <a:solidFill>
          <a:schemeClr val="lt1"/>
        </a:solidFill>
        <a:effectLst/>
      </p:bgPr>
    </p:bg>
    <p:spTree>
      <p:nvGrpSpPr>
        <p:cNvPr id="1" name=""/>
        <p:cNvGrpSpPr/>
        <p:nvPr/>
      </p:nvGrpSpPr>
      <p:grpSpPr>
        <a:xfrm>
          <a:off x="0" y="0"/>
          <a:ext cx="0" cy="0"/>
          <a:chOff x="0" y="0"/>
          <a:chExt cx="0" cy="0"/>
        </a:xfrm>
      </p:grpSpPr>
      <p:pic>
        <p:nvPicPr>
          <p:cNvPr id="131" name="Google Shape;274;p29"/>
          <p:cNvPicPr/>
          <p:nvPr/>
        </p:nvPicPr>
        <p:blipFill>
          <a:blip r:embed="rId2"/>
          <a:srcRect l="420" r="-500"/>
          <a:stretch/>
        </p:blipFill>
        <p:spPr>
          <a:xfrm rot="5400000" flipH="1">
            <a:off x="1964520" y="-2008080"/>
            <a:ext cx="5223960" cy="9156240"/>
          </a:xfrm>
          <a:prstGeom prst="rect">
            <a:avLst/>
          </a:prstGeom>
          <a:noFill/>
          <a:ln w="0">
            <a:noFill/>
          </a:ln>
        </p:spPr>
      </p:pic>
      <p:pic>
        <p:nvPicPr>
          <p:cNvPr id="132" name="Google Shape;275;p29"/>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sp>
        <p:nvSpPr>
          <p:cNvPr id="133" name="Google Shape;276;p2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4" name="Google Shape;277;p29"/>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5" name="Google Shape;278;p29"/>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6" name="Google Shape;279;p29"/>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7" name="Google Shape;280;p2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8" name="Google Shape;281;p29"/>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39" name="Google Shape;282;p29"/>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0" name="Google Shape;283;p29"/>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1" name="PlaceHolder 1"/>
          <p:cNvSpPr>
            <a:spLocks noGrp="1"/>
          </p:cNvSpPr>
          <p:nvPr>
            <p:ph type="title"/>
          </p:nvPr>
        </p:nvSpPr>
        <p:spPr>
          <a:xfrm>
            <a:off x="996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2" name="PlaceHolder 2"/>
          <p:cNvSpPr>
            <a:spLocks noGrp="1"/>
          </p:cNvSpPr>
          <p:nvPr>
            <p:ph type="title"/>
          </p:nvPr>
        </p:nvSpPr>
        <p:spPr>
          <a:xfrm>
            <a:off x="354348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3" name="PlaceHolder 3"/>
          <p:cNvSpPr>
            <a:spLocks noGrp="1"/>
          </p:cNvSpPr>
          <p:nvPr>
            <p:ph type="title"/>
          </p:nvPr>
        </p:nvSpPr>
        <p:spPr>
          <a:xfrm>
            <a:off x="6090120" y="2821680"/>
            <a:ext cx="2057040" cy="532440"/>
          </a:xfrm>
          <a:prstGeom prst="rect">
            <a:avLst/>
          </a:prstGeom>
          <a:noFill/>
          <a:ln w="0">
            <a:noFill/>
          </a:ln>
        </p:spPr>
        <p:txBody>
          <a:bodyPr lIns="91440" tIns="91440" rIns="91440" bIns="91440" anchor="b">
            <a:noAutofit/>
          </a:bodyPr>
          <a:lstStyle/>
          <a:p>
            <a:pPr indent="0" algn="ctr">
              <a:lnSpc>
                <a:spcPct val="100000"/>
              </a:lnSpc>
              <a:buNone/>
            </a:pPr>
            <a:r>
              <a:rPr lang="fr-FR" sz="3500" b="0" u="none" strike="noStrike">
                <a:solidFill>
                  <a:schemeClr val="dk1"/>
                </a:solidFill>
                <a:effectLst/>
                <a:uFillTx/>
                <a:latin typeface="DM Sans ExtraBold"/>
                <a:ea typeface="DM Sans ExtraBold"/>
              </a:rPr>
              <a:t>xx%</a:t>
            </a:r>
            <a:endParaRPr lang="fr-FR" sz="3500" b="0" u="none" strike="noStrike">
              <a:solidFill>
                <a:schemeClr val="dk1"/>
              </a:solidFill>
              <a:effectLst/>
              <a:uFillTx/>
              <a:latin typeface="Arial"/>
            </a:endParaRPr>
          </a:p>
        </p:txBody>
      </p:sp>
      <p:sp>
        <p:nvSpPr>
          <p:cNvPr id="144" name="PlaceHolder 4"/>
          <p:cNvSpPr>
            <a:spLocks noGrp="1"/>
          </p:cNvSpPr>
          <p:nvPr>
            <p:ph type="title"/>
          </p:nvPr>
        </p:nvSpPr>
        <p:spPr>
          <a:xfrm>
            <a:off x="720000" y="450360"/>
            <a:ext cx="7703640" cy="5670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pic>
        <p:nvPicPr>
          <p:cNvPr id="145" name="Google Shape;294;p29"/>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CUSTOM_3_1">
    <p:bg>
      <p:bgPr>
        <a:solidFill>
          <a:schemeClr val="lt1"/>
        </a:solidFill>
        <a:effectLst/>
      </p:bgPr>
    </p:bg>
    <p:spTree>
      <p:nvGrpSpPr>
        <p:cNvPr id="1" name=""/>
        <p:cNvGrpSpPr/>
        <p:nvPr/>
      </p:nvGrpSpPr>
      <p:grpSpPr>
        <a:xfrm>
          <a:off x="0" y="0"/>
          <a:ext cx="0" cy="0"/>
          <a:chOff x="0" y="0"/>
          <a:chExt cx="0" cy="0"/>
        </a:xfrm>
      </p:grpSpPr>
      <p:pic>
        <p:nvPicPr>
          <p:cNvPr id="146" name="Google Shape;296;p30"/>
          <p:cNvPicPr/>
          <p:nvPr/>
        </p:nvPicPr>
        <p:blipFill>
          <a:blip r:embed="rId2"/>
          <a:srcRect l="-2502" t="-2753" r="-2693" b="-2753"/>
          <a:stretch/>
        </p:blipFill>
        <p:spPr>
          <a:xfrm rot="10800000">
            <a:off x="-253440" y="-148320"/>
            <a:ext cx="9647640" cy="5432760"/>
          </a:xfrm>
          <a:prstGeom prst="rect">
            <a:avLst/>
          </a:prstGeom>
          <a:noFill/>
          <a:ln w="0">
            <a:noFill/>
          </a:ln>
        </p:spPr>
      </p:pic>
      <p:pic>
        <p:nvPicPr>
          <p:cNvPr id="147" name="Google Shape;297;p30"/>
          <p:cNvPicPr/>
          <p:nvPr/>
        </p:nvPicPr>
        <p:blipFill>
          <a:blip r:embed="rId3">
            <a:alphaModFix amt="50000"/>
          </a:blip>
          <a:srcRect l="1030" r="6109"/>
          <a:stretch/>
        </p:blipFill>
        <p:spPr>
          <a:xfrm rot="10800000">
            <a:off x="360" y="-2520"/>
            <a:ext cx="9155880" cy="5149080"/>
          </a:xfrm>
          <a:prstGeom prst="rect">
            <a:avLst/>
          </a:prstGeom>
          <a:noFill/>
          <a:ln w="0">
            <a:noFill/>
          </a:ln>
        </p:spPr>
      </p:pic>
      <p:sp>
        <p:nvSpPr>
          <p:cNvPr id="148" name="Google Shape;298;p30"/>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49" name="Google Shape;299;p30"/>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0" name="Google Shape;300;p30"/>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1" name="Google Shape;301;p30"/>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2" name="Google Shape;302;p30"/>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3" name="Google Shape;303;p30"/>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4" name="Google Shape;304;p30"/>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5" name="Google Shape;305;p30"/>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56" name="PlaceHolder 1"/>
          <p:cNvSpPr>
            <a:spLocks noGrp="1"/>
          </p:cNvSpPr>
          <p:nvPr>
            <p:ph type="title"/>
          </p:nvPr>
        </p:nvSpPr>
        <p:spPr>
          <a:xfrm>
            <a:off x="961560" y="655200"/>
            <a:ext cx="4475160" cy="1089360"/>
          </a:xfrm>
          <a:prstGeom prst="rect">
            <a:avLst/>
          </a:prstGeom>
          <a:noFill/>
          <a:ln w="0">
            <a:noFill/>
          </a:ln>
        </p:spPr>
        <p:txBody>
          <a:bodyPr lIns="91440" tIns="91440" rIns="91440" bIns="91440" anchor="t">
            <a:noAutofit/>
          </a:bodyPr>
          <a:lstStyle/>
          <a:p>
            <a:pPr indent="0">
              <a:buNone/>
            </a:pPr>
            <a:r>
              <a:rPr lang="fr-FR" sz="6000" b="0" u="none" strike="noStrike">
                <a:solidFill>
                  <a:schemeClr val="dk1"/>
                </a:solidFill>
                <a:effectLst/>
                <a:uFillTx/>
                <a:latin typeface="Arial"/>
              </a:rPr>
              <a:t>Click to edit the title text format</a:t>
            </a:r>
          </a:p>
        </p:txBody>
      </p:sp>
      <p:sp>
        <p:nvSpPr>
          <p:cNvPr id="157" name="Google Shape;308;p30"/>
          <p:cNvSpPr/>
          <p:nvPr/>
        </p:nvSpPr>
        <p:spPr>
          <a:xfrm>
            <a:off x="713160" y="3670920"/>
            <a:ext cx="4971600" cy="527400"/>
          </a:xfrm>
          <a:prstGeom prst="rect">
            <a:avLst/>
          </a:prstGeom>
          <a:noFill/>
          <a:ln w="0">
            <a:noFill/>
          </a:ln>
        </p:spPr>
        <p:style>
          <a:lnRef idx="0">
            <a:scrgbClr r="0" g="0" b="0"/>
          </a:lnRef>
          <a:fillRef idx="0">
            <a:scrgbClr r="0" g="0" b="0"/>
          </a:fillRef>
          <a:effectRef idx="0">
            <a:scrgbClr r="0" g="0" b="0"/>
          </a:effectRef>
          <a:fontRef idx="minor"/>
        </p:style>
        <p:txBody>
          <a:bodyPr tIns="91440" bIns="91440" anchor="t">
            <a:noAutofit/>
          </a:bodyPr>
          <a:lstStyle/>
          <a:p>
            <a:pPr algn="ctr" defTabSz="914400">
              <a:lnSpc>
                <a:spcPct val="115000"/>
              </a:lnSpc>
              <a:tabLst>
                <a:tab pos="0" algn="l"/>
              </a:tabLst>
            </a:pPr>
            <a:r>
              <a:rPr lang="en" sz="1200" b="0" u="none" strike="noStrike">
                <a:solidFill>
                  <a:schemeClr val="dk1"/>
                </a:solidFill>
                <a:effectLst/>
                <a:uFillTx/>
                <a:latin typeface="Albert Sans"/>
                <a:ea typeface="Albert Sans"/>
              </a:rPr>
              <a:t>CREDITS: This presentation template was created by </a:t>
            </a:r>
            <a:r>
              <a:rPr lang="en" sz="1200" b="1" u="sng" strike="noStrike">
                <a:solidFill>
                  <a:schemeClr val="hlink"/>
                </a:solidFill>
                <a:effectLst/>
                <a:uFillTx/>
                <a:latin typeface="Albert Sans"/>
                <a:ea typeface="Albert Sans"/>
                <a:hlinkClick r:id="rId4"/>
              </a:rPr>
              <a:t>Slidesgo</a:t>
            </a:r>
            <a:r>
              <a:rPr lang="en" sz="1200" b="0" u="none" strike="noStrike">
                <a:solidFill>
                  <a:schemeClr val="dk1"/>
                </a:solidFill>
                <a:effectLst/>
                <a:uFillTx/>
                <a:latin typeface="Albert Sans"/>
                <a:ea typeface="Albert Sans"/>
              </a:rPr>
              <a:t>, and includes icons by </a:t>
            </a:r>
            <a:r>
              <a:rPr lang="en" sz="1200" b="1" u="sng" strike="noStrike">
                <a:solidFill>
                  <a:schemeClr val="hlink"/>
                </a:solidFill>
                <a:effectLst/>
                <a:uFillTx/>
                <a:latin typeface="Albert Sans"/>
                <a:ea typeface="Albert Sans"/>
                <a:hlinkClick r:id="rId5"/>
              </a:rPr>
              <a:t>Flaticon</a:t>
            </a:r>
            <a:r>
              <a:rPr lang="en" sz="1200" b="1" u="sng" strike="noStrike">
                <a:solidFill>
                  <a:schemeClr val="hlink"/>
                </a:solidFill>
                <a:effectLst/>
                <a:uFillTx/>
                <a:latin typeface="Albert Sans"/>
                <a:ea typeface="Albert Sans"/>
                <a:hlinkClick r:id="rId5"/>
              </a:rPr>
              <a:t> </a:t>
            </a:r>
            <a:r>
              <a:rPr lang="en" sz="1200" b="0" u="none" strike="noStrike">
                <a:solidFill>
                  <a:schemeClr val="dk1"/>
                </a:solidFill>
                <a:effectLst/>
                <a:uFillTx/>
                <a:latin typeface="Albert Sans"/>
                <a:ea typeface="Albert Sans"/>
              </a:rPr>
              <a:t>and infographics &amp; images by </a:t>
            </a:r>
            <a:r>
              <a:rPr lang="en" sz="1200" b="1" u="sng" strike="noStrike">
                <a:solidFill>
                  <a:schemeClr val="hlink"/>
                </a:solidFill>
                <a:effectLst/>
                <a:uFillTx/>
                <a:latin typeface="Albert Sans"/>
                <a:ea typeface="Albert Sans"/>
                <a:hlinkClick r:id="rId6"/>
              </a:rPr>
              <a:t>Freepik</a:t>
            </a:r>
            <a:endParaRPr lang="en-US" sz="1200" b="0" u="none" strike="noStrike">
              <a:solidFill>
                <a:srgbClr val="FFFFFF"/>
              </a:solidFill>
              <a:effectLst/>
              <a:uFillTx/>
              <a:latin typeface="OpenSymbo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x" preserve="1">
  <p:cSld name="TITLE_AND_BODY">
    <p:bg>
      <p:bgPr>
        <a:solidFill>
          <a:schemeClr val="lt1"/>
        </a:solidFill>
        <a:effectLst/>
      </p:bgPr>
    </p:bg>
    <p:spTree>
      <p:nvGrpSpPr>
        <p:cNvPr id="1" name=""/>
        <p:cNvGrpSpPr/>
        <p:nvPr/>
      </p:nvGrpSpPr>
      <p:grpSpPr>
        <a:xfrm>
          <a:off x="0" y="0"/>
          <a:ext cx="0" cy="0"/>
          <a:chOff x="0" y="0"/>
          <a:chExt cx="0" cy="0"/>
        </a:xfrm>
      </p:grpSpPr>
      <p:pic>
        <p:nvPicPr>
          <p:cNvPr id="158" name="Google Shape;20;p4"/>
          <p:cNvPicPr/>
          <p:nvPr/>
        </p:nvPicPr>
        <p:blipFill>
          <a:blip r:embed="rId2"/>
          <a:srcRect l="239" r="59"/>
          <a:stretch/>
        </p:blipFill>
        <p:spPr>
          <a:xfrm rot="10800000">
            <a:off x="-1800" y="-6480"/>
            <a:ext cx="9143640" cy="5149080"/>
          </a:xfrm>
          <a:prstGeom prst="rect">
            <a:avLst/>
          </a:prstGeom>
          <a:noFill/>
          <a:ln w="0">
            <a:noFill/>
          </a:ln>
        </p:spPr>
      </p:pic>
      <p:pic>
        <p:nvPicPr>
          <p:cNvPr id="159" name="Google Shape;21;p4"/>
          <p:cNvPicPr/>
          <p:nvPr/>
        </p:nvPicPr>
        <p:blipFill>
          <a:blip r:embed="rId3">
            <a:alphaModFix amt="50000"/>
          </a:blip>
          <a:srcRect l="28399" r="7263"/>
          <a:stretch/>
        </p:blipFill>
        <p:spPr>
          <a:xfrm rot="10800000">
            <a:off x="2805840" y="-6480"/>
            <a:ext cx="6342840" cy="5149080"/>
          </a:xfrm>
          <a:prstGeom prst="rect">
            <a:avLst/>
          </a:prstGeom>
          <a:noFill/>
          <a:ln w="0">
            <a:noFill/>
          </a:ln>
        </p:spPr>
      </p:pic>
      <p:sp>
        <p:nvSpPr>
          <p:cNvPr id="160" name="Google Shape;22;p4"/>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1" name="Google Shape;23;p4"/>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2" name="Google Shape;24;p4"/>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3" name="Google Shape;25;p4"/>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4" name="Google Shape;26;p4"/>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5" name="Google Shape;27;p4"/>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6" name="Google Shape;28;p4"/>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7" name="Google Shape;29;p4"/>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6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69" name="PlaceHolder 2"/>
          <p:cNvSpPr>
            <a:spLocks noGrp="1"/>
          </p:cNvSpPr>
          <p:nvPr>
            <p:ph type="body"/>
          </p:nvPr>
        </p:nvSpPr>
        <p:spPr>
          <a:xfrm>
            <a:off x="726480" y="1017720"/>
            <a:ext cx="7703640" cy="355068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USTOM_9">
    <p:bg>
      <p:bgPr>
        <a:solidFill>
          <a:schemeClr val="lt1"/>
        </a:solidFill>
        <a:effectLst/>
      </p:bgPr>
    </p:bg>
    <p:spTree>
      <p:nvGrpSpPr>
        <p:cNvPr id="1" name=""/>
        <p:cNvGrpSpPr/>
        <p:nvPr/>
      </p:nvGrpSpPr>
      <p:grpSpPr>
        <a:xfrm>
          <a:off x="0" y="0"/>
          <a:ext cx="0" cy="0"/>
          <a:chOff x="0" y="0"/>
          <a:chExt cx="0" cy="0"/>
        </a:xfrm>
      </p:grpSpPr>
      <p:sp>
        <p:nvSpPr>
          <p:cNvPr id="170" name="Google Shape;310;p31"/>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1" name="Google Shape;311;p31"/>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72" name="Google Shape;312;p31"/>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pic>
        <p:nvPicPr>
          <p:cNvPr id="173" name="Google Shape;313;p31"/>
          <p:cNvPicPr/>
          <p:nvPr/>
        </p:nvPicPr>
        <p:blipFill>
          <a:blip r:embed="rId2"/>
          <a:srcRect l="414" r="553"/>
          <a:stretch/>
        </p:blipFill>
        <p:spPr>
          <a:xfrm rot="5400000" flipH="1">
            <a:off x="1982520" y="-1990440"/>
            <a:ext cx="5188320" cy="9156240"/>
          </a:xfrm>
          <a:prstGeom prst="rect">
            <a:avLst/>
          </a:prstGeom>
          <a:noFill/>
          <a:ln w="0">
            <a:noFill/>
          </a:ln>
        </p:spPr>
      </p:pic>
      <p:pic>
        <p:nvPicPr>
          <p:cNvPr id="174" name="Google Shape;314;p31"/>
          <p:cNvPicPr/>
          <p:nvPr/>
        </p:nvPicPr>
        <p:blipFill>
          <a:blip r:embed="rId3">
            <a:alphaModFix amt="50000"/>
          </a:blip>
          <a:srcRect l="1158" r="46635" b="83538"/>
          <a:stretch/>
        </p:blipFill>
        <p:spPr>
          <a:xfrm rot="16200000">
            <a:off x="6176520" y="2185200"/>
            <a:ext cx="5146560" cy="846720"/>
          </a:xfrm>
          <a:prstGeom prst="rect">
            <a:avLst/>
          </a:prstGeom>
          <a:noFill/>
          <a:ln w="0">
            <a:noFill/>
          </a:ln>
        </p:spPr>
      </p:pic>
      <p:pic>
        <p:nvPicPr>
          <p:cNvPr id="175" name="Google Shape;315;p31"/>
          <p:cNvPicPr/>
          <p:nvPr/>
        </p:nvPicPr>
        <p:blipFill>
          <a:blip r:embed="rId3">
            <a:alphaModFix amt="50000"/>
          </a:blip>
          <a:srcRect l="1158" r="46635" b="83538"/>
          <a:stretch/>
        </p:blipFill>
        <p:spPr>
          <a:xfrm rot="5400000" flipH="1">
            <a:off x="-2149560" y="2185200"/>
            <a:ext cx="5146560" cy="846720"/>
          </a:xfrm>
          <a:prstGeom prst="rect">
            <a:avLst/>
          </a:prstGeom>
          <a:noFill/>
          <a:ln w="0">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CUSTOM_9_1">
    <p:bg>
      <p:bgPr>
        <a:solidFill>
          <a:schemeClr val="lt1"/>
        </a:solidFill>
        <a:effectLst/>
      </p:bgPr>
    </p:bg>
    <p:spTree>
      <p:nvGrpSpPr>
        <p:cNvPr id="1" name=""/>
        <p:cNvGrpSpPr/>
        <p:nvPr/>
      </p:nvGrpSpPr>
      <p:grpSpPr>
        <a:xfrm>
          <a:off x="0" y="0"/>
          <a:ext cx="0" cy="0"/>
          <a:chOff x="0" y="0"/>
          <a:chExt cx="0" cy="0"/>
        </a:xfrm>
      </p:grpSpPr>
      <p:pic>
        <p:nvPicPr>
          <p:cNvPr id="176" name="Google Shape;317;p32"/>
          <p:cNvPicPr/>
          <p:nvPr/>
        </p:nvPicPr>
        <p:blipFill>
          <a:blip r:embed="rId2"/>
          <a:srcRect l="392" r="68538"/>
          <a:stretch/>
        </p:blipFill>
        <p:spPr>
          <a:xfrm rot="5400000">
            <a:off x="1981440" y="-1997640"/>
            <a:ext cx="5181480" cy="9143640"/>
          </a:xfrm>
          <a:prstGeom prst="rect">
            <a:avLst/>
          </a:prstGeom>
          <a:noFill/>
          <a:ln w="0">
            <a:noFill/>
          </a:ln>
        </p:spPr>
      </p:pic>
      <p:pic>
        <p:nvPicPr>
          <p:cNvPr id="177" name="Google Shape;318;p32"/>
          <p:cNvPicPr/>
          <p:nvPr/>
        </p:nvPicPr>
        <p:blipFill>
          <a:blip r:embed="rId3">
            <a:alphaModFix amt="50000"/>
          </a:blip>
          <a:srcRect l="10398" t="7567" r="28315" b="-125040"/>
          <a:stretch/>
        </p:blipFill>
        <p:spPr>
          <a:xfrm rot="5400000">
            <a:off x="2003040" y="-2000160"/>
            <a:ext cx="5137920" cy="9143640"/>
          </a:xfrm>
          <a:prstGeom prst="rect">
            <a:avLst/>
          </a:prstGeom>
          <a:noFill/>
          <a:ln w="0">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ITLE_AND_TWO_COLUMNS">
    <p:bg>
      <p:bgPr>
        <a:solidFill>
          <a:schemeClr val="lt1"/>
        </a:solidFill>
        <a:effectLst/>
      </p:bgPr>
    </p:bg>
    <p:spTree>
      <p:nvGrpSpPr>
        <p:cNvPr id="1" name=""/>
        <p:cNvGrpSpPr/>
        <p:nvPr/>
      </p:nvGrpSpPr>
      <p:grpSpPr>
        <a:xfrm>
          <a:off x="0" y="0"/>
          <a:ext cx="0" cy="0"/>
          <a:chOff x="0" y="0"/>
          <a:chExt cx="0" cy="0"/>
        </a:xfrm>
      </p:grpSpPr>
      <p:pic>
        <p:nvPicPr>
          <p:cNvPr id="178" name="Google Shape;33;p5"/>
          <p:cNvPicPr/>
          <p:nvPr/>
        </p:nvPicPr>
        <p:blipFill>
          <a:blip r:embed="rId2"/>
          <a:srcRect l="414" r="682"/>
          <a:stretch/>
        </p:blipFill>
        <p:spPr>
          <a:xfrm rot="5400000" flipH="1">
            <a:off x="1982520" y="-1990440"/>
            <a:ext cx="5188320" cy="9156240"/>
          </a:xfrm>
          <a:prstGeom prst="rect">
            <a:avLst/>
          </a:prstGeom>
          <a:noFill/>
          <a:ln w="0">
            <a:noFill/>
          </a:ln>
        </p:spPr>
      </p:pic>
      <p:pic>
        <p:nvPicPr>
          <p:cNvPr id="179" name="Google Shape;34;p5"/>
          <p:cNvPicPr/>
          <p:nvPr/>
        </p:nvPicPr>
        <p:blipFill>
          <a:blip r:embed="rId3">
            <a:alphaModFix amt="50000"/>
          </a:blip>
          <a:srcRect l="15469" t="51390" r="5793" b="-7602"/>
          <a:stretch/>
        </p:blipFill>
        <p:spPr>
          <a:xfrm>
            <a:off x="0" y="-69120"/>
            <a:ext cx="7763400" cy="2894040"/>
          </a:xfrm>
          <a:prstGeom prst="rect">
            <a:avLst/>
          </a:prstGeom>
          <a:noFill/>
          <a:ln w="0">
            <a:noFill/>
          </a:ln>
        </p:spPr>
      </p:pic>
      <p:sp>
        <p:nvSpPr>
          <p:cNvPr id="180" name="Google Shape;35;p5"/>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1" name="Google Shape;36;p5"/>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2" name="Google Shape;37;p5"/>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3" name="Google Shape;38;p5"/>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4" name="Google Shape;39;p5"/>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5" name="Google Shape;40;p5"/>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6" name="Google Shape;41;p5"/>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7" name="Google Shape;42;p5"/>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88"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TITLE_ONLY">
    <p:bg>
      <p:bgPr>
        <a:solidFill>
          <a:schemeClr val="lt1"/>
        </a:solidFill>
        <a:effectLst/>
      </p:bgPr>
    </p:bg>
    <p:spTree>
      <p:nvGrpSpPr>
        <p:cNvPr id="1" name=""/>
        <p:cNvGrpSpPr/>
        <p:nvPr/>
      </p:nvGrpSpPr>
      <p:grpSpPr>
        <a:xfrm>
          <a:off x="0" y="0"/>
          <a:ext cx="0" cy="0"/>
          <a:chOff x="0" y="0"/>
          <a:chExt cx="0" cy="0"/>
        </a:xfrm>
      </p:grpSpPr>
      <p:pic>
        <p:nvPicPr>
          <p:cNvPr id="189" name="Google Shape;49;p6"/>
          <p:cNvPicPr/>
          <p:nvPr/>
        </p:nvPicPr>
        <p:blipFill>
          <a:blip r:embed="rId2"/>
          <a:srcRect l="420" r="-671"/>
          <a:stretch/>
        </p:blipFill>
        <p:spPr>
          <a:xfrm rot="5400000" flipH="1">
            <a:off x="1955160" y="-2017800"/>
            <a:ext cx="5243040" cy="9156240"/>
          </a:xfrm>
          <a:prstGeom prst="rect">
            <a:avLst/>
          </a:prstGeom>
          <a:noFill/>
          <a:ln w="0">
            <a:noFill/>
          </a:ln>
        </p:spPr>
      </p:pic>
      <p:pic>
        <p:nvPicPr>
          <p:cNvPr id="190" name="Google Shape;50;p6"/>
          <p:cNvPicPr/>
          <p:nvPr/>
        </p:nvPicPr>
        <p:blipFill>
          <a:blip r:embed="rId3">
            <a:alphaModFix amt="50000"/>
          </a:blip>
          <a:srcRect l="1158" r="46635" b="83855"/>
          <a:stretch/>
        </p:blipFill>
        <p:spPr>
          <a:xfrm rot="16200000">
            <a:off x="6168240" y="2193120"/>
            <a:ext cx="5146560" cy="830520"/>
          </a:xfrm>
          <a:prstGeom prst="rect">
            <a:avLst/>
          </a:prstGeom>
          <a:noFill/>
          <a:ln w="0">
            <a:noFill/>
          </a:ln>
        </p:spPr>
      </p:pic>
      <p:pic>
        <p:nvPicPr>
          <p:cNvPr id="191" name="Google Shape;51;p6"/>
          <p:cNvPicPr/>
          <p:nvPr/>
        </p:nvPicPr>
        <p:blipFill>
          <a:blip r:embed="rId3">
            <a:alphaModFix amt="50000"/>
          </a:blip>
          <a:srcRect l="15469" t="60441" r="5793" b="-7605"/>
          <a:stretch/>
        </p:blipFill>
        <p:spPr>
          <a:xfrm>
            <a:off x="0" y="0"/>
            <a:ext cx="7763400" cy="2428200"/>
          </a:xfrm>
          <a:prstGeom prst="rect">
            <a:avLst/>
          </a:prstGeom>
          <a:noFill/>
          <a:ln w="0">
            <a:noFill/>
          </a:ln>
        </p:spPr>
      </p:pic>
      <p:sp>
        <p:nvSpPr>
          <p:cNvPr id="192" name="Google Shape;52;p6"/>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3" name="Google Shape;53;p6"/>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4" name="Google Shape;54;p6"/>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5" name="PlaceHolder 1"/>
          <p:cNvSpPr>
            <a:spLocks noGrp="1"/>
          </p:cNvSpPr>
          <p:nvPr>
            <p:ph type="title"/>
          </p:nvPr>
        </p:nvSpPr>
        <p:spPr>
          <a:xfrm>
            <a:off x="720000" y="444960"/>
            <a:ext cx="7703640" cy="57240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196"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ONE_COLUMN_TEXT">
    <p:bg>
      <p:bgPr>
        <a:solidFill>
          <a:schemeClr val="lt1"/>
        </a:solidFill>
        <a:effectLst/>
      </p:bgPr>
    </p:bg>
    <p:spTree>
      <p:nvGrpSpPr>
        <p:cNvPr id="1" name=""/>
        <p:cNvGrpSpPr/>
        <p:nvPr/>
      </p:nvGrpSpPr>
      <p:grpSpPr>
        <a:xfrm>
          <a:off x="0" y="0"/>
          <a:ext cx="0" cy="0"/>
          <a:chOff x="0" y="0"/>
          <a:chExt cx="0" cy="0"/>
        </a:xfrm>
      </p:grpSpPr>
      <p:pic>
        <p:nvPicPr>
          <p:cNvPr id="197" name="Google Shape;57;p7"/>
          <p:cNvPicPr/>
          <p:nvPr/>
        </p:nvPicPr>
        <p:blipFill>
          <a:blip r:embed="rId2"/>
          <a:srcRect l="2006" t="1597" r="1085" b="1597"/>
          <a:stretch/>
        </p:blipFill>
        <p:spPr>
          <a:xfrm rot="5400000" flipH="1">
            <a:off x="1982520" y="-2006280"/>
            <a:ext cx="5188320" cy="9156240"/>
          </a:xfrm>
          <a:prstGeom prst="rect">
            <a:avLst/>
          </a:prstGeom>
          <a:noFill/>
          <a:ln w="0">
            <a:noFill/>
          </a:ln>
        </p:spPr>
      </p:pic>
      <p:sp>
        <p:nvSpPr>
          <p:cNvPr id="198" name="Google Shape;58;p7"/>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199" name="Google Shape;59;p7"/>
          <p:cNvSpPr/>
          <p:nvPr/>
        </p:nvSpPr>
        <p:spPr>
          <a:xfrm>
            <a:off x="7544520" y="35352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0" name="Google Shape;60;p7"/>
          <p:cNvSpPr/>
          <p:nvPr/>
        </p:nvSpPr>
        <p:spPr>
          <a:xfrm>
            <a:off x="7567560" y="35416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1" name="Google Shape;61;p7"/>
          <p:cNvSpPr/>
          <p:nvPr/>
        </p:nvSpPr>
        <p:spPr>
          <a:xfrm>
            <a:off x="7572960" y="3543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2" name="Google Shape;62;p7"/>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3" name="Google Shape;63;p7"/>
          <p:cNvSpPr/>
          <p:nvPr/>
        </p:nvSpPr>
        <p:spPr>
          <a:xfrm>
            <a:off x="7544520" y="353880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4" name="Google Shape;64;p7"/>
          <p:cNvSpPr/>
          <p:nvPr/>
        </p:nvSpPr>
        <p:spPr>
          <a:xfrm>
            <a:off x="7567560" y="35452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5" name="Google Shape;65;p7"/>
          <p:cNvSpPr/>
          <p:nvPr/>
        </p:nvSpPr>
        <p:spPr>
          <a:xfrm>
            <a:off x="7572960" y="35474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06" name="PlaceHolder 1"/>
          <p:cNvSpPr>
            <a:spLocks noGrp="1"/>
          </p:cNvSpPr>
          <p:nvPr>
            <p:ph type="title"/>
          </p:nvPr>
        </p:nvSpPr>
        <p:spPr>
          <a:xfrm>
            <a:off x="713160" y="444960"/>
            <a:ext cx="2962800" cy="1230840"/>
          </a:xfrm>
          <a:prstGeom prst="rect">
            <a:avLst/>
          </a:prstGeom>
          <a:noFill/>
          <a:ln w="0">
            <a:noFill/>
          </a:ln>
        </p:spPr>
        <p:txBody>
          <a:bodyPr lIns="91440" tIns="91440" rIns="91440" bIns="91440" anchor="t">
            <a:noAutofit/>
          </a:bodyPr>
          <a:lstStyle/>
          <a:p>
            <a:pPr indent="0">
              <a:buNone/>
            </a:pPr>
            <a:r>
              <a:rPr lang="fr-FR" sz="3500" b="0" u="none" strike="noStrike">
                <a:solidFill>
                  <a:schemeClr val="dk1"/>
                </a:solidFill>
                <a:effectLst/>
                <a:uFillTx/>
                <a:latin typeface="Arial"/>
              </a:rPr>
              <a:t>Click to edit the title text format</a:t>
            </a:r>
          </a:p>
        </p:txBody>
      </p:sp>
      <p:sp>
        <p:nvSpPr>
          <p:cNvPr id="207" name="PlaceHolder 2"/>
          <p:cNvSpPr>
            <a:spLocks noGrp="1"/>
          </p:cNvSpPr>
          <p:nvPr>
            <p:ph type="body"/>
          </p:nvPr>
        </p:nvSpPr>
        <p:spPr>
          <a:xfrm>
            <a:off x="713160" y="1905840"/>
            <a:ext cx="4058280" cy="2171520"/>
          </a:xfrm>
          <a:prstGeom prst="rect">
            <a:avLst/>
          </a:prstGeom>
          <a:noFill/>
          <a:ln w="0">
            <a:noFill/>
          </a:ln>
        </p:spPr>
        <p:txBody>
          <a:bodyPr lIns="91440" tIns="91440" rIns="91440" bIns="91440" anchor="t">
            <a:no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400" b="0" u="none" strike="noStrike">
                <a:solidFill>
                  <a:srgbClr val="000000"/>
                </a:solidFill>
                <a:effectLst/>
                <a:uFillTx/>
                <a:latin typeface="Arial"/>
              </a:rPr>
              <a:t>Seventh Outline Level</a:t>
            </a:r>
          </a:p>
        </p:txBody>
      </p:sp>
      <p:pic>
        <p:nvPicPr>
          <p:cNvPr id="208" name="Google Shape;68;p7"/>
          <p:cNvPicPr/>
          <p:nvPr/>
        </p:nvPicPr>
        <p:blipFill>
          <a:blip r:embed="rId3">
            <a:alphaModFix amt="50000"/>
          </a:blip>
          <a:srcRect l="1158" t="763" r="46635" b="79202"/>
          <a:stretch/>
        </p:blipFill>
        <p:spPr>
          <a:xfrm rot="16200000">
            <a:off x="6077520" y="2072160"/>
            <a:ext cx="5188320" cy="1030680"/>
          </a:xfrm>
          <a:prstGeom prst="rect">
            <a:avLst/>
          </a:prstGeom>
          <a:noFill/>
          <a:ln w="0">
            <a:noFill/>
          </a:ln>
        </p:spPr>
      </p:pic>
      <p:pic>
        <p:nvPicPr>
          <p:cNvPr id="209" name="Google Shape;69;p7"/>
          <p:cNvPicPr/>
          <p:nvPr/>
        </p:nvPicPr>
        <p:blipFill>
          <a:blip r:embed="rId3">
            <a:alphaModFix amt="50000"/>
          </a:blip>
          <a:srcRect l="15470" t="60306" r="7161" b="-7602"/>
          <a:stretch/>
        </p:blipFill>
        <p:spPr>
          <a:xfrm>
            <a:off x="0" y="-6840"/>
            <a:ext cx="7627680" cy="2435040"/>
          </a:xfrm>
          <a:prstGeom prst="rect">
            <a:avLst/>
          </a:prstGeom>
          <a:noFill/>
          <a:ln w="0">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MAIN_POINT">
    <p:bg>
      <p:bgPr>
        <a:solidFill>
          <a:schemeClr val="lt1"/>
        </a:solidFill>
        <a:effectLst/>
      </p:bgPr>
    </p:bg>
    <p:spTree>
      <p:nvGrpSpPr>
        <p:cNvPr id="1" name=""/>
        <p:cNvGrpSpPr/>
        <p:nvPr/>
      </p:nvGrpSpPr>
      <p:grpSpPr>
        <a:xfrm>
          <a:off x="0" y="0"/>
          <a:ext cx="0" cy="0"/>
          <a:chOff x="0" y="0"/>
          <a:chExt cx="0" cy="0"/>
        </a:xfrm>
      </p:grpSpPr>
      <p:pic>
        <p:nvPicPr>
          <p:cNvPr id="210" name="Google Shape;71;p8"/>
          <p:cNvPicPr/>
          <p:nvPr/>
        </p:nvPicPr>
        <p:blipFill>
          <a:blip r:embed="rId2"/>
          <a:srcRect l="10976" r="57908" b="-360"/>
          <a:stretch/>
        </p:blipFill>
        <p:spPr>
          <a:xfrm rot="16200000" flipH="1">
            <a:off x="2000520" y="-2010240"/>
            <a:ext cx="5175000" cy="9176400"/>
          </a:xfrm>
          <a:prstGeom prst="rect">
            <a:avLst/>
          </a:prstGeom>
          <a:noFill/>
          <a:ln w="0">
            <a:noFill/>
          </a:ln>
        </p:spPr>
      </p:pic>
      <p:pic>
        <p:nvPicPr>
          <p:cNvPr id="211" name="Google Shape;72;p8"/>
          <p:cNvPicPr/>
          <p:nvPr/>
        </p:nvPicPr>
        <p:blipFill>
          <a:blip r:embed="rId3">
            <a:alphaModFix amt="50000"/>
          </a:blip>
          <a:srcRect l="7180" t="26476" r="31009" b="-92169"/>
          <a:stretch/>
        </p:blipFill>
        <p:spPr>
          <a:xfrm rot="16200000" flipH="1">
            <a:off x="893520" y="-893520"/>
            <a:ext cx="5187240" cy="6974280"/>
          </a:xfrm>
          <a:prstGeom prst="rect">
            <a:avLst/>
          </a:prstGeom>
          <a:noFill/>
          <a:ln w="0">
            <a:noFill/>
          </a:ln>
        </p:spPr>
      </p:pic>
      <p:sp>
        <p:nvSpPr>
          <p:cNvPr id="212" name="PlaceHolder 1"/>
          <p:cNvSpPr>
            <a:spLocks noGrp="1"/>
          </p:cNvSpPr>
          <p:nvPr>
            <p:ph type="title"/>
          </p:nvPr>
        </p:nvSpPr>
        <p:spPr>
          <a:xfrm>
            <a:off x="1769760" y="1657440"/>
            <a:ext cx="5603760" cy="1828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SECTION_TITLE_AND_DESCRIPTION">
    <p:bg>
      <p:bgPr>
        <a:solidFill>
          <a:schemeClr val="lt1"/>
        </a:solidFill>
        <a:effectLst/>
      </p:bgPr>
    </p:bg>
    <p:spTree>
      <p:nvGrpSpPr>
        <p:cNvPr id="1" name=""/>
        <p:cNvGrpSpPr/>
        <p:nvPr/>
      </p:nvGrpSpPr>
      <p:grpSpPr>
        <a:xfrm>
          <a:off x="0" y="0"/>
          <a:ext cx="0" cy="0"/>
          <a:chOff x="0" y="0"/>
          <a:chExt cx="0" cy="0"/>
        </a:xfrm>
      </p:grpSpPr>
      <p:pic>
        <p:nvPicPr>
          <p:cNvPr id="213" name="Google Shape;75;p9"/>
          <p:cNvPicPr/>
          <p:nvPr/>
        </p:nvPicPr>
        <p:blipFill>
          <a:blip r:embed="rId2"/>
          <a:srcRect l="133" r="68724"/>
          <a:stretch/>
        </p:blipFill>
        <p:spPr>
          <a:xfrm rot="5400000">
            <a:off x="1982520" y="-1996560"/>
            <a:ext cx="5179320" cy="9143640"/>
          </a:xfrm>
          <a:prstGeom prst="rect">
            <a:avLst/>
          </a:prstGeom>
          <a:noFill/>
          <a:ln w="0">
            <a:noFill/>
          </a:ln>
        </p:spPr>
      </p:pic>
      <p:pic>
        <p:nvPicPr>
          <p:cNvPr id="214" name="Google Shape;76;p9"/>
          <p:cNvPicPr/>
          <p:nvPr/>
        </p:nvPicPr>
        <p:blipFill>
          <a:blip r:embed="rId3">
            <a:alphaModFix amt="50000"/>
          </a:blip>
          <a:srcRect l="10082" t="7567" r="28313" b="-125040"/>
          <a:stretch/>
        </p:blipFill>
        <p:spPr>
          <a:xfrm rot="5400000">
            <a:off x="2702880" y="-1996200"/>
            <a:ext cx="5164560" cy="9143640"/>
          </a:xfrm>
          <a:prstGeom prst="rect">
            <a:avLst/>
          </a:prstGeom>
          <a:noFill/>
          <a:ln w="0">
            <a:noFill/>
          </a:ln>
        </p:spPr>
      </p:pic>
      <p:sp>
        <p:nvSpPr>
          <p:cNvPr id="215" name="Google Shape;77;p9"/>
          <p:cNvSpPr/>
          <p:nvPr/>
        </p:nvSpPr>
        <p:spPr>
          <a:xfrm>
            <a:off x="1339560" y="334476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6" name="Google Shape;78;p9"/>
          <p:cNvSpPr/>
          <p:nvPr/>
        </p:nvSpPr>
        <p:spPr>
          <a:xfrm>
            <a:off x="1339920" y="3348720"/>
            <a:ext cx="2160" cy="720"/>
          </a:xfrm>
          <a:custGeom>
            <a:avLst/>
            <a:gdLst>
              <a:gd name="textAreaLeft" fmla="*/ 0 w 2160"/>
              <a:gd name="textAreaRight" fmla="*/ 2520 w 2160"/>
              <a:gd name="textAreaTop" fmla="*/ 0 h 720"/>
              <a:gd name="textAreaBottom" fmla="*/ 1080 h 720"/>
            </a:gdLst>
            <a:ahLst/>
            <a:cxnLst/>
            <a:rect l="textAreaLeft" t="textAreaTop" r="textAreaRight" b="textAreaBottom"/>
            <a:pathLst>
              <a:path w="22" h="11">
                <a:moveTo>
                  <a:pt x="1" y="0"/>
                </a:moveTo>
                <a:cubicBezTo>
                  <a:pt x="11" y="0"/>
                  <a:pt x="21" y="10"/>
                  <a:pt x="21" y="10"/>
                </a:cubicBezTo>
                <a:lnTo>
                  <a:pt x="11" y="0"/>
                </a:lnTo>
                <a:close/>
              </a:path>
            </a:pathLst>
          </a:custGeom>
          <a:solidFill>
            <a:srgbClr val="82DCBA"/>
          </a:solidFill>
          <a:ln w="0">
            <a:noFill/>
          </a:ln>
        </p:spPr>
        <p:style>
          <a:lnRef idx="0">
            <a:scrgbClr r="0" g="0" b="0"/>
          </a:lnRef>
          <a:fillRef idx="0">
            <a:scrgbClr r="0" g="0" b="0"/>
          </a:fillRef>
          <a:effectRef idx="0">
            <a:scrgbClr r="0" g="0" b="0"/>
          </a:effectRef>
          <a:fontRef idx="minor"/>
        </p:style>
        <p:txBody>
          <a:bodyPr tIns="360" bIns="36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17" name="PlaceHolder 1"/>
          <p:cNvSpPr>
            <a:spLocks noGrp="1"/>
          </p:cNvSpPr>
          <p:nvPr>
            <p:ph type="title"/>
          </p:nvPr>
        </p:nvSpPr>
        <p:spPr>
          <a:xfrm>
            <a:off x="1577880" y="1430280"/>
            <a:ext cx="5428800" cy="1117440"/>
          </a:xfrm>
          <a:prstGeom prst="rect">
            <a:avLst/>
          </a:prstGeom>
          <a:noFill/>
          <a:ln w="0">
            <a:noFill/>
          </a:ln>
        </p:spPr>
        <p:txBody>
          <a:bodyPr lIns="91440" tIns="91440" rIns="91440" bIns="91440" anchor="ctr">
            <a:noAutofit/>
          </a:bodyPr>
          <a:lstStyle/>
          <a:p>
            <a:pPr indent="0">
              <a:buNone/>
            </a:pPr>
            <a:r>
              <a:rPr lang="fr-FR" sz="6000" b="0" u="none" strike="noStrike">
                <a:solidFill>
                  <a:schemeClr val="dk1"/>
                </a:solidFill>
                <a:effectLst/>
                <a:uFillTx/>
                <a:latin typeface="Arial"/>
              </a:rPr>
              <a:t>Click to edit the title text format</a:t>
            </a:r>
          </a:p>
        </p:txBody>
      </p:sp>
      <p:sp>
        <p:nvSpPr>
          <p:cNvPr id="21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spcBef>
                <a:spcPts val="1417"/>
              </a:spcBef>
              <a:buClr>
                <a:srgbClr val="FFFFFF"/>
              </a:buClr>
              <a:buSzPct val="45000"/>
              <a:buFont typeface="Wingdings" charset="2"/>
              <a:buChar char=""/>
            </a:pPr>
            <a:r>
              <a:rPr lang="fr-FR" sz="14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4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4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4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2000" b="0" u="none" strike="noStrike">
                <a:solidFill>
                  <a:srgbClr val="000000"/>
                </a:solidFill>
                <a:effectLst/>
                <a:uFillTx/>
                <a:latin typeface="Arial"/>
              </a:rPr>
              <a:t>Seventh Outline Level</a:t>
            </a: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CAPTION_ONLY">
    <p:bg>
      <p:bgPr>
        <a:solidFill>
          <a:schemeClr val="lt1"/>
        </a:solidFill>
        <a:effectLst/>
      </p:bgPr>
    </p:bg>
    <p:spTree>
      <p:nvGrpSpPr>
        <p:cNvPr id="1" name=""/>
        <p:cNvGrpSpPr/>
        <p:nvPr/>
      </p:nvGrpSpPr>
      <p:grpSpPr>
        <a:xfrm>
          <a:off x="0" y="0"/>
          <a:ext cx="0" cy="0"/>
          <a:chOff x="0" y="0"/>
          <a:chExt cx="0" cy="0"/>
        </a:xfrm>
      </p:grpSpPr>
      <p:sp>
        <p:nvSpPr>
          <p:cNvPr id="219" name="PlaceHolder 1"/>
          <p:cNvSpPr>
            <a:spLocks noGrp="1"/>
          </p:cNvSpPr>
          <p:nvPr>
            <p:ph type="body"/>
          </p:nvPr>
        </p:nvSpPr>
        <p:spPr>
          <a:xfrm>
            <a:off x="0" y="-6840"/>
            <a:ext cx="9143640" cy="5148000"/>
          </a:xfrm>
          <a:prstGeom prst="rect">
            <a:avLst/>
          </a:prstGeom>
          <a:noFill/>
          <a:ln w="0">
            <a:noFill/>
          </a:ln>
        </p:spPr>
        <p:txBody>
          <a:bodyPr lIns="90000" tIns="45000" rIns="90000" bIns="45000" anchor="t">
            <a:normAutofit/>
          </a:bodyPr>
          <a:lstStyle/>
          <a:p>
            <a:pPr marL="432000" indent="-324000">
              <a:spcBef>
                <a:spcPts val="1417"/>
              </a:spcBef>
              <a:buClr>
                <a:srgbClr val="FFFFFF"/>
              </a:buClr>
              <a:buSzPct val="45000"/>
              <a:buFont typeface="Wingdings" charset="2"/>
              <a:buChar char=""/>
            </a:pPr>
            <a:r>
              <a:rPr lang="fr-FR" sz="1800" b="0" u="none" strike="noStrike">
                <a:solidFill>
                  <a:srgbClr val="000000"/>
                </a:solidFill>
                <a:effectLst/>
                <a:uFillTx/>
                <a:latin typeface="Arial"/>
              </a:rPr>
              <a:t>Click to edit the outline text format</a:t>
            </a:r>
          </a:p>
          <a:p>
            <a:pPr marL="864000" lvl="1" indent="-324000">
              <a:spcBef>
                <a:spcPts val="1134"/>
              </a:spcBef>
              <a:buClr>
                <a:srgbClr val="FFFFFF"/>
              </a:buClr>
              <a:buSzPct val="75000"/>
              <a:buFont typeface="Symbol" charset="2"/>
              <a:buChar char=""/>
            </a:pPr>
            <a:r>
              <a:rPr lang="fr-FR" sz="1800" b="0" u="none" strike="noStrike">
                <a:solidFill>
                  <a:srgbClr val="000000"/>
                </a:solidFill>
                <a:effectLst/>
                <a:uFillTx/>
                <a:latin typeface="Arial"/>
              </a:rPr>
              <a:t>Second Outline Level</a:t>
            </a:r>
          </a:p>
          <a:p>
            <a:pPr marL="1296000" lvl="2" indent="-288000">
              <a:spcBef>
                <a:spcPts val="850"/>
              </a:spcBef>
              <a:buClr>
                <a:srgbClr val="FFFFFF"/>
              </a:buClr>
              <a:buSzPct val="45000"/>
              <a:buFont typeface="Wingdings" charset="2"/>
              <a:buChar char=""/>
            </a:pPr>
            <a:r>
              <a:rPr lang="fr-FR" sz="1800" b="0" u="none" strike="noStrike">
                <a:solidFill>
                  <a:srgbClr val="000000"/>
                </a:solidFill>
                <a:effectLst/>
                <a:uFillTx/>
                <a:latin typeface="Arial"/>
              </a:rPr>
              <a:t>Third Outline Level</a:t>
            </a:r>
          </a:p>
          <a:p>
            <a:pPr marL="1728000" lvl="3" indent="-216000">
              <a:spcBef>
                <a:spcPts val="567"/>
              </a:spcBef>
              <a:buClr>
                <a:srgbClr val="FFFFFF"/>
              </a:buClr>
              <a:buSzPct val="75000"/>
              <a:buFont typeface="Symbol" charset="2"/>
              <a:buChar char=""/>
            </a:pPr>
            <a:r>
              <a:rPr lang="fr-FR" sz="1800" b="0" u="none" strike="noStrike">
                <a:solidFill>
                  <a:srgbClr val="000000"/>
                </a:solidFill>
                <a:effectLst/>
                <a:uFillTx/>
                <a:latin typeface="Arial"/>
              </a:rPr>
              <a:t>Fourth Outline Level</a:t>
            </a:r>
          </a:p>
          <a:p>
            <a:pPr marL="2160000" lvl="4"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Fifth Outline Level</a:t>
            </a:r>
          </a:p>
          <a:p>
            <a:pPr marL="2592000" lvl="5"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Sixth Outline Level</a:t>
            </a:r>
          </a:p>
          <a:p>
            <a:pPr marL="3024000" lvl="6" indent="-216000">
              <a:spcBef>
                <a:spcPts val="283"/>
              </a:spcBef>
              <a:buClr>
                <a:srgbClr val="FFFFFF"/>
              </a:buClr>
              <a:buSzPct val="45000"/>
              <a:buFont typeface="Wingdings" charset="2"/>
              <a:buChar char=""/>
            </a:pPr>
            <a:r>
              <a:rPr lang="fr-FR" sz="1800" b="0" u="none" strike="noStrike">
                <a:solidFill>
                  <a:srgbClr val="000000"/>
                </a:solidFill>
                <a:effectLst/>
                <a:uFillTx/>
                <a:latin typeface="Arial"/>
              </a:rPr>
              <a:t>Seventh Outline Level</a:t>
            </a:r>
          </a:p>
        </p:txBody>
      </p:sp>
      <p:sp>
        <p:nvSpPr>
          <p:cNvPr id="220" name="PlaceHolder 2"/>
          <p:cNvSpPr>
            <a:spLocks noGrp="1"/>
          </p:cNvSpPr>
          <p:nvPr>
            <p:ph type="title"/>
          </p:nvPr>
        </p:nvSpPr>
        <p:spPr>
          <a:xfrm>
            <a:off x="3867120" y="3327840"/>
            <a:ext cx="4563000" cy="1280520"/>
          </a:xfrm>
          <a:prstGeom prst="rect">
            <a:avLst/>
          </a:prstGeom>
          <a:solidFill>
            <a:schemeClr val="lt1"/>
          </a:solidFill>
          <a:ln w="0">
            <a:noFill/>
          </a:ln>
        </p:spPr>
        <p:txBody>
          <a:bodyPr lIns="91440" tIns="91440" rIns="91440" bIns="91440" anchor="ctr">
            <a:noAutofit/>
          </a:bodyPr>
          <a:lstStyle/>
          <a:p>
            <a:pPr indent="0">
              <a:buNone/>
            </a:pPr>
            <a:r>
              <a:rPr lang="fr-FR" sz="3500" b="0" u="none" strike="noStrike">
                <a:solidFill>
                  <a:schemeClr val="dk1"/>
                </a:solidFill>
                <a:effectLst/>
                <a:uFillTx/>
                <a:latin typeface="Arial"/>
              </a:rPr>
              <a:t>Click to edit the title text format</a:t>
            </a: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simple-light-2">
    <p:bg>
      <p:bgPr>
        <a:solidFill>
          <a:srgbClr val="0E2A47"/>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Default">
    <p:bg>
      <p:bgPr>
        <a:solidFill>
          <a:srgbClr val="0E2A47"/>
        </a:solidFill>
        <a:effectLst/>
      </p:bgPr>
    </p:bg>
    <p:spTree>
      <p:nvGrpSpPr>
        <p:cNvPr id="1" name=""/>
        <p:cNvGrpSpPr/>
        <p:nvPr/>
      </p:nvGrpSpPr>
      <p:grpSpPr>
        <a:xfrm>
          <a:off x="0" y="0"/>
          <a:ext cx="0" cy="0"/>
          <a:chOff x="0" y="0"/>
          <a:chExt cx="0" cy="0"/>
        </a:xfrm>
      </p:grpSpPr>
      <p:sp>
        <p:nvSpPr>
          <p:cNvPr id="221" name="PlaceHolder 1"/>
          <p:cNvSpPr>
            <a:spLocks noGrp="1"/>
          </p:cNvSpPr>
          <p:nvPr>
            <p:ph type="title"/>
          </p:nvPr>
        </p:nvSpPr>
        <p:spPr>
          <a:xfrm>
            <a:off x="723600" y="511200"/>
            <a:ext cx="7696800" cy="482040"/>
          </a:xfrm>
          <a:prstGeom prst="rect">
            <a:avLst/>
          </a:prstGeom>
          <a:noFill/>
          <a:ln w="0">
            <a:noFill/>
          </a:ln>
        </p:spPr>
        <p:txBody>
          <a:bodyPr lIns="91440" tIns="91440" rIns="91440" bIns="91440" anchor="t">
            <a:noAutofit/>
          </a:bodyPr>
          <a:lstStyle/>
          <a:p>
            <a:pPr indent="0">
              <a:buNone/>
            </a:pPr>
            <a:r>
              <a:rPr lang="fr-FR" sz="2400" b="0" u="none" strike="noStrike">
                <a:solidFill>
                  <a:schemeClr val="dk1"/>
                </a:solidFill>
                <a:effectLst/>
                <a:uFillTx/>
                <a:latin typeface="Arial"/>
              </a:rPr>
              <a:t>Click to edit the title text format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3.xml"/><Relationship Id="rId1"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81" r:id="rId1"/>
    <p:sldLayoutId id="214748368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 name="PlaceHolder 2"/>
          <p:cNvSpPr>
            <a:spLocks noGrp="1"/>
          </p:cNvSpPr>
          <p:nvPr>
            <p:ph type="title"/>
          </p:nvPr>
        </p:nvSpPr>
        <p:spPr>
          <a:xfrm>
            <a:off x="1962000" y="1390680"/>
            <a:ext cx="5229000" cy="1590480"/>
          </a:xfrm>
          <a:prstGeom prst="rect">
            <a:avLst/>
          </a:prstGeom>
          <a:noFill/>
          <a:ln w="0">
            <a:noFill/>
          </a:ln>
        </p:spPr>
        <p:txBody>
          <a:bodyPr lIns="91440" tIns="91440" rIns="91440" bIns="91440" anchor="b">
            <a:normAutofit/>
          </a:bodyPr>
          <a:lstStyle/>
          <a:p>
            <a:pPr indent="0" algn="ctr">
              <a:lnSpc>
                <a:spcPct val="100000"/>
              </a:lnSpc>
              <a:buNone/>
              <a:tabLst>
                <a:tab pos="0" algn="l"/>
              </a:tabLst>
            </a:pPr>
            <a:r>
              <a:rPr lang="en-US" sz="4000" b="1" u="none" strike="noStrike" dirty="0">
                <a:solidFill>
                  <a:schemeClr val="dk1"/>
                </a:solidFill>
                <a:effectLst/>
                <a:uFillTx/>
                <a:latin typeface="DM Sans ExtraBold"/>
                <a:ea typeface="DM Sans ExtraBold"/>
              </a:rPr>
              <a:t>Gesture Based AI Virtual Whiteboard</a:t>
            </a:r>
            <a:endParaRPr lang="fr-FR" sz="4000" b="0" u="none" strike="noStrike" dirty="0">
              <a:solidFill>
                <a:schemeClr val="dk1"/>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1581120" y="1428840"/>
            <a:ext cx="5428800" cy="1114200"/>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6000" b="1" u="none" strike="noStrike">
                <a:solidFill>
                  <a:schemeClr val="dk1"/>
                </a:solidFill>
                <a:effectLst/>
                <a:uFillTx/>
                <a:latin typeface="DM Sans ExtraBold"/>
                <a:ea typeface="DM Sans ExtraBold"/>
              </a:rPr>
              <a:t>Introduction</a:t>
            </a:r>
            <a:endParaRPr lang="fr-FR" sz="6000" b="0" u="none" strike="noStrike">
              <a:solidFill>
                <a:schemeClr val="dk1"/>
              </a:solidFill>
              <a:effectLst/>
              <a:uFillTx/>
              <a:latin typeface="Arial"/>
            </a:endParaRPr>
          </a:p>
        </p:txBody>
      </p:sp>
      <p:sp>
        <p:nvSpPr>
          <p:cNvPr id="226" name="PlaceHolder 2"/>
          <p:cNvSpPr>
            <a:spLocks noGrp="1"/>
          </p:cNvSpPr>
          <p:nvPr>
            <p:ph type="subTitle"/>
          </p:nvPr>
        </p:nvSpPr>
        <p:spPr>
          <a:xfrm>
            <a:off x="1581120" y="2619360"/>
            <a:ext cx="5428800" cy="1114200"/>
          </a:xfrm>
          <a:prstGeom prst="rect">
            <a:avLst/>
          </a:prstGeom>
          <a:noFill/>
          <a:ln w="0">
            <a:noFill/>
          </a:ln>
        </p:spPr>
        <p:txBody>
          <a:bodyPr lIns="91440" tIns="91440" rIns="91440" bIns="91440" anchor="ctr">
            <a:normAutofit fontScale="62500" lnSpcReduction="19999"/>
          </a:bodyPr>
          <a:lstStyle/>
          <a:p>
            <a:pPr indent="0">
              <a:lnSpc>
                <a:spcPct val="150000"/>
              </a:lnSpc>
              <a:buNone/>
              <a:tabLst>
                <a:tab pos="0" algn="l"/>
              </a:tabLst>
            </a:pPr>
            <a:r>
              <a:rPr lang="en-US" sz="1600" b="0" u="none" strike="noStrike">
                <a:solidFill>
                  <a:schemeClr val="dk1"/>
                </a:solidFill>
                <a:effectLst/>
                <a:uFillTx/>
                <a:latin typeface="Albert Sans"/>
                <a:ea typeface="Albert Sans"/>
              </a:rPr>
              <a:t>This presentation explores a </a:t>
            </a:r>
            <a:r>
              <a:rPr lang="en-US" sz="1600" b="1" u="none" strike="noStrike">
                <a:solidFill>
                  <a:schemeClr val="dk1"/>
                </a:solidFill>
                <a:effectLst/>
                <a:uFillTx/>
                <a:latin typeface="Albert Sans"/>
                <a:ea typeface="Albert Sans"/>
              </a:rPr>
              <a:t>Gesture-Based AI Virtual Whiteboard</a:t>
            </a:r>
            <a:r>
              <a:rPr lang="en-US" sz="1600" b="0" u="none" strike="noStrike">
                <a:solidFill>
                  <a:schemeClr val="dk1"/>
                </a:solidFill>
                <a:effectLst/>
                <a:uFillTx/>
                <a:latin typeface="Albert Sans"/>
                <a:ea typeface="Albert Sans"/>
              </a:rPr>
              <a:t>, focusing on real-time hand gesture drawing using MediaPipe and Flask technologies. It aims to address physical and collaboration challenges of traditional whiteboards, introducing a modern solution for intuitive, touchless interaction suited for remote and hybrid work environments. The content is tailored for technical stakeholders, developers, and investors.</a:t>
            </a:r>
            <a:endParaRPr lang="en-US" sz="1600" b="0" u="none" strike="noStrike">
              <a:solidFill>
                <a:srgbClr val="FFFFFF"/>
              </a:solidFill>
              <a:effectLst/>
              <a:uFillTx/>
              <a:latin typeface="OpenSymbol"/>
            </a:endParaRPr>
          </a:p>
        </p:txBody>
      </p:sp>
      <p:sp>
        <p:nvSpPr>
          <p:cNvPr id="227" name="Google Shape;367;p39"/>
          <p:cNvSpPr/>
          <p:nvPr/>
        </p:nvSpPr>
        <p:spPr>
          <a:xfrm rot="10800000">
            <a:off x="2380320" y="337824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8" name="Google Shape;368;p39"/>
          <p:cNvSpPr/>
          <p:nvPr/>
        </p:nvSpPr>
        <p:spPr>
          <a:xfrm rot="10800000">
            <a:off x="2374560" y="33760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29" name="Google Shape;369;p39"/>
          <p:cNvSpPr/>
          <p:nvPr/>
        </p:nvSpPr>
        <p:spPr>
          <a:xfrm rot="10800000">
            <a:off x="2368080" y="33728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0" name="Google Shape;370;p39"/>
          <p:cNvSpPr/>
          <p:nvPr/>
        </p:nvSpPr>
        <p:spPr>
          <a:xfrm rot="10800000">
            <a:off x="2380320" y="3374280"/>
            <a:ext cx="21960" cy="6480"/>
          </a:xfrm>
          <a:custGeom>
            <a:avLst/>
            <a:gdLst>
              <a:gd name="textAreaLeft" fmla="*/ 0 w 21960"/>
              <a:gd name="textAreaRight" fmla="*/ 22320 w 21960"/>
              <a:gd name="textAreaTop" fmla="*/ 0 h 6480"/>
              <a:gd name="textAreaBottom" fmla="*/ 6840 h 6480"/>
            </a:gdLst>
            <a:ahLst/>
            <a:cxnLst/>
            <a:rect l="textAreaLeft" t="textAreaTop" r="textAreaRight" b="textAreaBottom"/>
            <a:pathLst>
              <a:path w="202" h="61">
                <a:moveTo>
                  <a:pt x="1" y="0"/>
                </a:moveTo>
                <a:cubicBezTo>
                  <a:pt x="81" y="31"/>
                  <a:pt x="152" y="51"/>
                  <a:pt x="202" y="61"/>
                </a:cubicBezTo>
                <a:cubicBezTo>
                  <a:pt x="152" y="41"/>
                  <a:pt x="81" y="31"/>
                  <a:pt x="1" y="0"/>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3240" bIns="32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1" name="Google Shape;371;p39"/>
          <p:cNvSpPr/>
          <p:nvPr/>
        </p:nvSpPr>
        <p:spPr>
          <a:xfrm rot="10800000">
            <a:off x="2374560" y="3372480"/>
            <a:ext cx="4320" cy="1800"/>
          </a:xfrm>
          <a:custGeom>
            <a:avLst/>
            <a:gdLst>
              <a:gd name="textAreaLeft" fmla="*/ 0 w 4320"/>
              <a:gd name="textAreaRight" fmla="*/ 4680 w 4320"/>
              <a:gd name="textAreaTop" fmla="*/ 0 h 1800"/>
              <a:gd name="textAreaBottom" fmla="*/ 2160 h 1800"/>
            </a:gdLst>
            <a:ahLst/>
            <a:cxnLst/>
            <a:rect l="textAreaLeft" t="textAreaTop" r="textAreaRight" b="textAreaBottom"/>
            <a:pathLst>
              <a:path w="41" h="21">
                <a:moveTo>
                  <a:pt x="0" y="1"/>
                </a:moveTo>
                <a:lnTo>
                  <a:pt x="0" y="1"/>
                </a:lnTo>
                <a:cubicBezTo>
                  <a:pt x="4" y="5"/>
                  <a:pt x="9" y="7"/>
                  <a:pt x="15" y="9"/>
                </a:cubicBezTo>
                <a:lnTo>
                  <a:pt x="15" y="9"/>
                </a:lnTo>
                <a:cubicBezTo>
                  <a:pt x="11" y="6"/>
                  <a:pt x="6" y="4"/>
                  <a:pt x="0" y="1"/>
                </a:cubicBezTo>
                <a:close/>
                <a:moveTo>
                  <a:pt x="15" y="9"/>
                </a:moveTo>
                <a:cubicBezTo>
                  <a:pt x="26" y="16"/>
                  <a:pt x="33" y="21"/>
                  <a:pt x="40" y="21"/>
                </a:cubicBezTo>
                <a:cubicBezTo>
                  <a:pt x="34" y="15"/>
                  <a:pt x="24" y="12"/>
                  <a:pt x="15" y="9"/>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080" bIns="108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
        <p:nvSpPr>
          <p:cNvPr id="232" name="Google Shape;372;p39"/>
          <p:cNvSpPr/>
          <p:nvPr/>
        </p:nvSpPr>
        <p:spPr>
          <a:xfrm rot="10800000">
            <a:off x="2368080" y="3369240"/>
            <a:ext cx="5400" cy="2880"/>
          </a:xfrm>
          <a:custGeom>
            <a:avLst/>
            <a:gdLst>
              <a:gd name="textAreaLeft" fmla="*/ 0 w 5400"/>
              <a:gd name="textAreaRight" fmla="*/ 5760 w 5400"/>
              <a:gd name="textAreaTop" fmla="*/ 0 h 2880"/>
              <a:gd name="textAreaBottom" fmla="*/ 3240 h 2880"/>
            </a:gdLst>
            <a:ahLst/>
            <a:cxnLst/>
            <a:rect l="textAreaLeft" t="textAreaTop" r="textAreaRight" b="textAreaBottom"/>
            <a:pathLst>
              <a:path w="51" h="31">
                <a:moveTo>
                  <a:pt x="0" y="1"/>
                </a:moveTo>
                <a:cubicBezTo>
                  <a:pt x="0" y="11"/>
                  <a:pt x="0" y="11"/>
                  <a:pt x="0" y="11"/>
                </a:cubicBezTo>
                <a:cubicBezTo>
                  <a:pt x="20" y="11"/>
                  <a:pt x="30" y="21"/>
                  <a:pt x="50" y="31"/>
                </a:cubicBezTo>
                <a:lnTo>
                  <a:pt x="50" y="31"/>
                </a:lnTo>
                <a:cubicBezTo>
                  <a:pt x="30" y="21"/>
                  <a:pt x="20" y="11"/>
                  <a:pt x="0" y="1"/>
                </a:cubicBezTo>
                <a:close/>
              </a:path>
            </a:pathLst>
          </a:custGeom>
          <a:solidFill>
            <a:srgbClr val="98E9C2"/>
          </a:solidFill>
          <a:ln w="0">
            <a:noFill/>
          </a:ln>
        </p:spPr>
        <p:style>
          <a:lnRef idx="0">
            <a:scrgbClr r="0" g="0" b="0"/>
          </a:lnRef>
          <a:fillRef idx="0">
            <a:scrgbClr r="0" g="0" b="0"/>
          </a:fillRef>
          <a:effectRef idx="0">
            <a:scrgbClr r="0" g="0" b="0"/>
          </a:effectRef>
          <a:fontRef idx="minor"/>
        </p:style>
        <p:txBody>
          <a:bodyPr tIns="1440" bIns="1440" anchor="ctr">
            <a:noAutofit/>
          </a:bodyPr>
          <a:lstStyle/>
          <a:p>
            <a:pPr defTabSz="914400">
              <a:lnSpc>
                <a:spcPct val="100000"/>
              </a:lnSpc>
              <a:tabLst>
                <a:tab pos="0" algn="l"/>
              </a:tabLst>
            </a:pPr>
            <a:endParaRPr lang="en-US" sz="1800" b="0" u="none" strike="noStrike">
              <a:solidFill>
                <a:srgbClr val="000000"/>
              </a:solidFill>
              <a:effectLst/>
              <a:uFillTx/>
              <a:latin typeface="OpenSymbo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 name="PlaceHolder 1"/>
          <p:cNvSpPr>
            <a:spLocks noGrp="1"/>
          </p:cNvSpPr>
          <p:nvPr>
            <p:ph type="title"/>
          </p:nvPr>
        </p:nvSpPr>
        <p:spPr>
          <a:xfrm>
            <a:off x="438615" y="654205"/>
            <a:ext cx="6006790" cy="2579649"/>
          </a:xfrm>
          <a:prstGeom prst="rect">
            <a:avLst/>
          </a:prstGeom>
          <a:noFill/>
          <a:ln w="0">
            <a:noFill/>
          </a:ln>
        </p:spPr>
        <p:txBody>
          <a:bodyPr lIns="91440" tIns="91440" rIns="91440" bIns="91440" anchor="ctr">
            <a:normAutofit/>
          </a:bodyPr>
          <a:lstStyle/>
          <a:p>
            <a:pPr indent="0">
              <a:lnSpc>
                <a:spcPct val="100000"/>
              </a:lnSpc>
              <a:buNone/>
              <a:tabLst>
                <a:tab pos="0" algn="l"/>
              </a:tabLst>
            </a:pPr>
            <a:r>
              <a:rPr lang="en-US" sz="4000" b="1" u="none" strike="noStrike" dirty="0">
                <a:solidFill>
                  <a:schemeClr val="dk1"/>
                </a:solidFill>
                <a:effectLst/>
                <a:uFillTx/>
                <a:latin typeface="DM Sans ExtraBold"/>
                <a:ea typeface="DM Sans ExtraBold"/>
              </a:rPr>
              <a:t>01</a:t>
            </a:r>
            <a:br>
              <a:rPr lang="en-US" sz="4000" b="1" u="none" strike="noStrike" dirty="0">
                <a:solidFill>
                  <a:schemeClr val="dk1"/>
                </a:solidFill>
                <a:effectLst/>
                <a:uFillTx/>
                <a:latin typeface="DM Sans ExtraBold"/>
                <a:ea typeface="DM Sans ExtraBold"/>
              </a:rPr>
            </a:br>
            <a:r>
              <a:rPr lang="en-US" sz="4000" b="1" u="none" strike="noStrike" dirty="0">
                <a:solidFill>
                  <a:schemeClr val="dk1"/>
                </a:solidFill>
                <a:effectLst/>
                <a:uFillTx/>
                <a:latin typeface="DM Sans ExtraBold"/>
                <a:ea typeface="DM Sans ExtraBold"/>
              </a:rPr>
              <a:t>Introduction &amp; Problem Statement</a:t>
            </a:r>
            <a:endParaRPr lang="fr-FR" sz="4000" b="0" u="none" strike="noStrike" dirty="0">
              <a:solidFill>
                <a:schemeClr val="dk1"/>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 name="Rectangle 235"/>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a:solidFill>
                  <a:schemeClr val="dk1"/>
                </a:solidFill>
                <a:effectLst/>
                <a:uFillTx/>
                <a:latin typeface="DM Sans ExtraBold"/>
              </a:rPr>
              <a:t>Limitations of Traditional Whiteboards</a:t>
            </a:r>
            <a:endParaRPr lang="en-US" sz="3500" b="0" u="none" strike="noStrike">
              <a:solidFill>
                <a:srgbClr val="FFFFFF"/>
              </a:solidFill>
              <a:effectLst/>
              <a:uFillTx/>
              <a:latin typeface="OpenSymbol"/>
            </a:endParaRPr>
          </a:p>
        </p:txBody>
      </p:sp>
      <p:sp>
        <p:nvSpPr>
          <p:cNvPr id="237" name="Rectangle 236"/>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lbert Sans"/>
              </a:rPr>
              <a:t>Traditional whiteboards suffer from </a:t>
            </a:r>
            <a:r>
              <a:rPr lang="en-US" sz="1200" b="1" u="none" strike="noStrike">
                <a:solidFill>
                  <a:schemeClr val="dk1"/>
                </a:solidFill>
                <a:effectLst/>
                <a:uFillTx/>
                <a:latin typeface="Albert Sans"/>
              </a:rPr>
              <a:t>physical constraints</a:t>
            </a:r>
            <a:r>
              <a:rPr lang="en-US" sz="1200" b="0" u="none" strike="noStrike">
                <a:solidFill>
                  <a:schemeClr val="dk1"/>
                </a:solidFill>
                <a:effectLst/>
                <a:uFillTx/>
                <a:latin typeface="Albert Sans"/>
              </a:rPr>
              <a:t>, such as limited space and wear from markers running out. They lack flexibility for remote teams and do not support digital saving or sharing. These drawbacks reduce productivity in modern workspaces, where digital and collaborative tools are essential for efficiency and innovation.</a:t>
            </a:r>
            <a:endParaRPr lang="en-US" sz="1200" b="0" u="none" strike="noStrike">
              <a:solidFill>
                <a:srgbClr val="FFFFFF"/>
              </a:solidFill>
              <a:effectLst/>
              <a:uFillTx/>
              <a:latin typeface="OpenSymbo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Rectangle 237"/>
          <p:cNvSpPr/>
          <p:nvPr/>
        </p:nvSpPr>
        <p:spPr>
          <a:xfrm>
            <a:off x="476280" y="476280"/>
            <a:ext cx="8191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a:solidFill>
                  <a:schemeClr val="dk1"/>
                </a:solidFill>
                <a:effectLst/>
                <a:uFillTx/>
                <a:latin typeface="DM Sans ExtraBold"/>
              </a:rPr>
              <a:t>Remote Collaboration Challenges</a:t>
            </a:r>
            <a:endParaRPr lang="en-US" sz="3500" b="0" u="none" strike="noStrike">
              <a:solidFill>
                <a:srgbClr val="FFFFFF"/>
              </a:solidFill>
              <a:effectLst/>
              <a:uFillTx/>
              <a:latin typeface="OpenSymbol"/>
            </a:endParaRPr>
          </a:p>
        </p:txBody>
      </p:sp>
      <p:sp>
        <p:nvSpPr>
          <p:cNvPr id="239" name="Rectangle 238"/>
          <p:cNvSpPr/>
          <p:nvPr/>
        </p:nvSpPr>
        <p:spPr>
          <a:xfrm>
            <a:off x="476280" y="1905120"/>
            <a:ext cx="8191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lbert Sans"/>
              </a:rPr>
              <a:t>Remote collaboration often relies on inefficient tools like mouse or tablet drawing, which are not intuitive and limit creativity. Current digital whiteboard solutions lack the natural interaction and fluidity of real hand gestures, causing a gap in user experience and engagement during virtual meetings or brainstorming sessions.</a:t>
            </a:r>
            <a:endParaRPr lang="en-US" sz="1200" b="0" u="none" strike="noStrike">
              <a:solidFill>
                <a:srgbClr val="FFFFFF"/>
              </a:solidFill>
              <a:effectLst/>
              <a:uFillTx/>
              <a:latin typeface="OpenSymbo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 name="Rectangle 239"/>
          <p:cNvSpPr/>
          <p:nvPr/>
        </p:nvSpPr>
        <p:spPr>
          <a:xfrm>
            <a:off x="476280" y="476280"/>
            <a:ext cx="3619080" cy="952200"/>
          </a:xfrm>
          <a:prstGeom prst="rect">
            <a:avLst/>
          </a:prstGeom>
          <a:noFill/>
          <a:ln w="0">
            <a:noFill/>
          </a:ln>
        </p:spPr>
        <p:style>
          <a:lnRef idx="0">
            <a:scrgbClr r="0" g="0" b="0"/>
          </a:lnRef>
          <a:fillRef idx="0">
            <a:scrgbClr r="0" g="0" b="0"/>
          </a:fillRef>
          <a:effectRef idx="0">
            <a:scrgbClr r="0" g="0" b="0"/>
          </a:effectRef>
          <a:fontRef idx="minor"/>
        </p:style>
        <p:txBody>
          <a:bodyPr anchor="t">
            <a:normAutofit fontScale="85000" lnSpcReduction="9999"/>
          </a:bodyPr>
          <a:lstStyle/>
          <a:p>
            <a:pPr defTabSz="914400">
              <a:lnSpc>
                <a:spcPct val="100000"/>
              </a:lnSpc>
              <a:tabLst>
                <a:tab pos="0" algn="l"/>
              </a:tabLst>
            </a:pPr>
            <a:r>
              <a:rPr lang="en-US" sz="3500" b="1" u="none" strike="noStrike">
                <a:solidFill>
                  <a:schemeClr val="dk1"/>
                </a:solidFill>
                <a:effectLst/>
                <a:uFillTx/>
                <a:latin typeface="DM Sans ExtraBold"/>
              </a:rPr>
              <a:t>Shortcomings of Current Digital Solutions</a:t>
            </a:r>
            <a:endParaRPr lang="en-US" sz="3500" b="0" u="none" strike="noStrike">
              <a:solidFill>
                <a:srgbClr val="FFFFFF"/>
              </a:solidFill>
              <a:effectLst/>
              <a:uFillTx/>
              <a:latin typeface="OpenSymbol"/>
            </a:endParaRPr>
          </a:p>
        </p:txBody>
      </p:sp>
      <p:sp>
        <p:nvSpPr>
          <p:cNvPr id="241" name="Rectangle 240"/>
          <p:cNvSpPr/>
          <p:nvPr/>
        </p:nvSpPr>
        <p:spPr>
          <a:xfrm>
            <a:off x="476280" y="1905120"/>
            <a:ext cx="3619080" cy="276192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a:solidFill>
                  <a:schemeClr val="dk1"/>
                </a:solidFill>
                <a:effectLst/>
                <a:uFillTx/>
                <a:latin typeface="Albert Sans"/>
              </a:rPr>
              <a:t>Existing digital whiteboards often require indirect input methods like mouse or stylus, which lack natural feel and precision. These solutions are limited in replicating the fluidity of hand gestures, causing less intuitive user experiences. Additionally, they frequently fall short in real-time responsiveness and dynamic interaction, which are crucial for effective remote collaboration and creative workflows.</a:t>
            </a:r>
            <a:endParaRPr lang="en-US" sz="1200" b="0" u="none" strike="noStrike">
              <a:solidFill>
                <a:srgbClr val="FFFFFF"/>
              </a:solidFill>
              <a:effectLst/>
              <a:uFillTx/>
              <a:latin typeface="OpenSymbol"/>
            </a:endParaRPr>
          </a:p>
        </p:txBody>
      </p:sp>
      <p:pic>
        <p:nvPicPr>
          <p:cNvPr id="242" name="image6995b82b4c245" descr="image6995b82b4c24b"/>
          <p:cNvPicPr/>
          <p:nvPr/>
        </p:nvPicPr>
        <p:blipFill>
          <a:blip r:embed="rId2"/>
          <a:stretch/>
        </p:blipFill>
        <p:spPr>
          <a:xfrm>
            <a:off x="4572000" y="0"/>
            <a:ext cx="4571640" cy="5143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Rectangle 242"/>
          <p:cNvSpPr/>
          <p:nvPr/>
        </p:nvSpPr>
        <p:spPr>
          <a:xfrm>
            <a:off x="952560" y="476280"/>
            <a:ext cx="2285640" cy="952200"/>
          </a:xfrm>
          <a:prstGeom prst="rect">
            <a:avLst/>
          </a:prstGeom>
          <a:noFill/>
          <a:ln w="0">
            <a:noFill/>
          </a:ln>
        </p:spPr>
        <p:style>
          <a:lnRef idx="0">
            <a:scrgbClr r="0" g="0" b="0"/>
          </a:lnRef>
          <a:fillRef idx="0">
            <a:scrgbClr r="0" g="0" b="0"/>
          </a:fillRef>
          <a:effectRef idx="0">
            <a:scrgbClr r="0" g="0" b="0"/>
          </a:effectRef>
          <a:fontRef idx="minor"/>
        </p:style>
        <p:txBody>
          <a:bodyPr anchor="t">
            <a:spAutoFit/>
          </a:bodyPr>
          <a:lstStyle/>
          <a:p>
            <a:pPr defTabSz="914400">
              <a:lnSpc>
                <a:spcPct val="100000"/>
              </a:lnSpc>
              <a:tabLst>
                <a:tab pos="0" algn="l"/>
              </a:tabLst>
            </a:pPr>
            <a:r>
              <a:rPr lang="en-US" sz="5000" b="1" u="none" strike="noStrike">
                <a:solidFill>
                  <a:schemeClr val="dk1"/>
                </a:solidFill>
                <a:effectLst/>
                <a:uFillTx/>
                <a:latin typeface="Calibri"/>
              </a:rPr>
              <a:t>02</a:t>
            </a:r>
            <a:endParaRPr lang="en-US" sz="5000" b="0" u="none" strike="noStrike">
              <a:solidFill>
                <a:srgbClr val="FFFFFF"/>
              </a:solidFill>
              <a:effectLst/>
              <a:uFillTx/>
              <a:latin typeface="OpenSymbol"/>
            </a:endParaRPr>
          </a:p>
        </p:txBody>
      </p:sp>
      <p:sp>
        <p:nvSpPr>
          <p:cNvPr id="244" name="Rectangle 243"/>
          <p:cNvSpPr/>
          <p:nvPr/>
        </p:nvSpPr>
        <p:spPr>
          <a:xfrm>
            <a:off x="952560" y="1428840"/>
            <a:ext cx="4571640" cy="1428480"/>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4000" b="1" u="none" strike="noStrike">
                <a:solidFill>
                  <a:schemeClr val="dk1"/>
                </a:solidFill>
                <a:effectLst/>
                <a:uFillTx/>
                <a:latin typeface="DM Sans ExtraBold"/>
              </a:rPr>
              <a:t>Technical Solution &amp; Architecture</a:t>
            </a:r>
            <a:endParaRPr lang="en-US" sz="4000" b="0" u="none" strike="noStrike">
              <a:solidFill>
                <a:srgbClr val="FFFFFF"/>
              </a:solidFill>
              <a:effectLst/>
              <a:uFillTx/>
              <a:latin typeface="OpenSymbo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 name="Rectangle 244"/>
          <p:cNvSpPr/>
          <p:nvPr/>
        </p:nvSpPr>
        <p:spPr>
          <a:xfrm>
            <a:off x="476280" y="973873"/>
            <a:ext cx="8191080" cy="996175"/>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dirty="0">
                <a:solidFill>
                  <a:schemeClr val="dk1"/>
                </a:solidFill>
                <a:effectLst/>
                <a:uFillTx/>
                <a:latin typeface="DM Sans ExtraBold"/>
              </a:rPr>
              <a:t>Gesture Detection and Recognition</a:t>
            </a:r>
            <a:endParaRPr lang="en-US" sz="3500" b="0" u="none" strike="noStrike" dirty="0">
              <a:solidFill>
                <a:srgbClr val="FFFFFF"/>
              </a:solidFill>
              <a:effectLst/>
              <a:uFillTx/>
              <a:latin typeface="OpenSymbol"/>
            </a:endParaRPr>
          </a:p>
        </p:txBody>
      </p:sp>
      <p:sp>
        <p:nvSpPr>
          <p:cNvPr id="246" name="Rectangle 245"/>
          <p:cNvSpPr/>
          <p:nvPr/>
        </p:nvSpPr>
        <p:spPr>
          <a:xfrm>
            <a:off x="476280" y="2356624"/>
            <a:ext cx="8191080" cy="2310416"/>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Albert Sans"/>
              </a:rPr>
              <a:t>Our system uses </a:t>
            </a:r>
            <a:r>
              <a:rPr lang="en-US" sz="1200" b="1" u="none" strike="noStrike" dirty="0" err="1">
                <a:solidFill>
                  <a:schemeClr val="dk1"/>
                </a:solidFill>
                <a:effectLst/>
                <a:uFillTx/>
                <a:latin typeface="Albert Sans"/>
              </a:rPr>
              <a:t>MediaPipe</a:t>
            </a:r>
            <a:r>
              <a:rPr lang="en-US" sz="1200" b="1" u="none" strike="noStrike" dirty="0">
                <a:solidFill>
                  <a:schemeClr val="dk1"/>
                </a:solidFill>
                <a:effectLst/>
                <a:uFillTx/>
                <a:latin typeface="Albert Sans"/>
              </a:rPr>
              <a:t> Hands</a:t>
            </a:r>
            <a:r>
              <a:rPr lang="en-US" sz="1200" b="0" u="none" strike="noStrike" dirty="0">
                <a:solidFill>
                  <a:schemeClr val="dk1"/>
                </a:solidFill>
                <a:effectLst/>
                <a:uFillTx/>
                <a:latin typeface="Albert Sans"/>
              </a:rPr>
              <a:t>, a powerful hand tracking model, to detect 21 hand landmarks in real-time. The gesture recognition logic classifies finger states to distinguish between drawing, erasing, and control gestures. This enables </a:t>
            </a:r>
            <a:r>
              <a:rPr lang="en-US" sz="1200" b="1" u="none" strike="noStrike" dirty="0">
                <a:solidFill>
                  <a:schemeClr val="dk1"/>
                </a:solidFill>
                <a:effectLst/>
                <a:uFillTx/>
                <a:latin typeface="Albert Sans"/>
              </a:rPr>
              <a:t>accurate, low-latency</a:t>
            </a:r>
            <a:r>
              <a:rPr lang="en-US" sz="1200" b="0" u="none" strike="noStrike" dirty="0">
                <a:solidFill>
                  <a:schemeClr val="dk1"/>
                </a:solidFill>
                <a:effectLst/>
                <a:uFillTx/>
                <a:latin typeface="Albert Sans"/>
              </a:rPr>
              <a:t> interaction for seamless virtual whiteboard control using natural hand movements.</a:t>
            </a:r>
            <a:endParaRPr lang="en-US" sz="1200" b="0" u="none" strike="noStrike" dirty="0">
              <a:solidFill>
                <a:srgbClr val="FFFFFF"/>
              </a:solidFill>
              <a:effectLst/>
              <a:uFillTx/>
              <a:latin typeface="OpenSymbo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 name="PlaceHolder 1"/>
          <p:cNvSpPr>
            <a:spLocks noGrp="1"/>
          </p:cNvSpPr>
          <p:nvPr>
            <p:ph type="title"/>
          </p:nvPr>
        </p:nvSpPr>
        <p:spPr>
          <a:xfrm>
            <a:off x="1019160" y="400516"/>
            <a:ext cx="3400200" cy="2008147"/>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500" b="1" u="none" strike="noStrike" dirty="0">
                <a:solidFill>
                  <a:schemeClr val="dk1"/>
                </a:solidFill>
                <a:effectLst/>
                <a:uFillTx/>
                <a:latin typeface="DM Sans ExtraBold"/>
                <a:ea typeface="DM Sans ExtraBold"/>
              </a:rPr>
              <a:t>System Architecture and Tech Stack</a:t>
            </a:r>
            <a:endParaRPr lang="fr-FR" sz="3500" b="0" u="none" strike="noStrike" dirty="0">
              <a:solidFill>
                <a:schemeClr val="dk1"/>
              </a:solidFill>
              <a:effectLst/>
              <a:uFillTx/>
              <a:latin typeface="Arial"/>
            </a:endParaRPr>
          </a:p>
        </p:txBody>
      </p:sp>
      <p:sp>
        <p:nvSpPr>
          <p:cNvPr id="248" name="PlaceHolder 2"/>
          <p:cNvSpPr>
            <a:spLocks noGrp="1"/>
          </p:cNvSpPr>
          <p:nvPr>
            <p:ph type="subTitle"/>
          </p:nvPr>
        </p:nvSpPr>
        <p:spPr>
          <a:xfrm>
            <a:off x="1019160" y="2408663"/>
            <a:ext cx="3552840" cy="2334321"/>
          </a:xfrm>
          <a:prstGeom prst="rect">
            <a:avLst/>
          </a:prstGeom>
          <a:noFill/>
          <a:ln w="0">
            <a:noFill/>
          </a:ln>
        </p:spPr>
        <p:txBody>
          <a:bodyPr lIns="91440" tIns="91440" rIns="91440" bIns="91440" anchor="t">
            <a:normAutofit lnSpcReduction="10000"/>
          </a:bodyPr>
          <a:lstStyle/>
          <a:p>
            <a:pPr indent="0">
              <a:lnSpc>
                <a:spcPct val="150000"/>
              </a:lnSpc>
              <a:buNone/>
              <a:tabLst>
                <a:tab pos="0" algn="l"/>
              </a:tabLst>
            </a:pPr>
            <a:r>
              <a:rPr lang="en-US" sz="1200" b="0" u="none" strike="noStrike" dirty="0">
                <a:solidFill>
                  <a:schemeClr val="dk1"/>
                </a:solidFill>
                <a:effectLst/>
                <a:uFillTx/>
                <a:latin typeface="Albert Sans"/>
                <a:ea typeface="Albert Sans"/>
              </a:rPr>
              <a:t>The architecture integrates a frontend HTML5 Canvas with a Flask backend managing the machine learning pipeline. Real-time video frames are processed via OpenCV, with gesture data transmitted over WebSocket for instant drawing updates. Key technologies include </a:t>
            </a:r>
            <a:r>
              <a:rPr lang="en-US" sz="1200" b="1" u="none" strike="noStrike" dirty="0" err="1">
                <a:solidFill>
                  <a:schemeClr val="dk1"/>
                </a:solidFill>
                <a:effectLst/>
                <a:uFillTx/>
                <a:latin typeface="Albert Sans"/>
                <a:ea typeface="Albert Sans"/>
              </a:rPr>
              <a:t>MediaPipe</a:t>
            </a:r>
            <a:r>
              <a:rPr lang="en-US" sz="1200" b="1" u="none" strike="noStrike" dirty="0">
                <a:solidFill>
                  <a:schemeClr val="dk1"/>
                </a:solidFill>
                <a:effectLst/>
                <a:uFillTx/>
                <a:latin typeface="Albert Sans"/>
                <a:ea typeface="Albert Sans"/>
              </a:rPr>
              <a:t>, Flask, OpenCV, and WebSocket</a:t>
            </a:r>
            <a:r>
              <a:rPr lang="en-US" sz="1200" b="0" u="none" strike="noStrike" dirty="0">
                <a:solidFill>
                  <a:schemeClr val="dk1"/>
                </a:solidFill>
                <a:effectLst/>
                <a:uFillTx/>
                <a:latin typeface="Albert Sans"/>
                <a:ea typeface="Albert Sans"/>
              </a:rPr>
              <a:t>, ensuring a scalable and responsive platform.</a:t>
            </a:r>
            <a:endParaRPr lang="en-US" sz="1200" b="0" u="none" strike="noStrike" dirty="0">
              <a:solidFill>
                <a:srgbClr val="FFFFFF"/>
              </a:solidFill>
              <a:effectLst/>
              <a:uFillTx/>
              <a:latin typeface="OpenSymbol"/>
            </a:endParaRPr>
          </a:p>
        </p:txBody>
      </p:sp>
      <p:sp>
        <p:nvSpPr>
          <p:cNvPr id="249" name="Google Shape;522;p50"/>
          <p:cNvSpPr/>
          <p:nvPr/>
        </p:nvSpPr>
        <p:spPr>
          <a:xfrm>
            <a:off x="5383080" y="680040"/>
            <a:ext cx="2814120" cy="3783600"/>
          </a:xfrm>
          <a:prstGeom prst="ellipse">
            <a:avLst/>
          </a:prstGeom>
          <a:blipFill rotWithShape="0">
            <a:blip r:embed="rId2"/>
            <a:srcRect/>
            <a:stretch/>
          </a:blipFill>
          <a:ln w="0">
            <a:noFill/>
          </a:ln>
          <a:effectLst>
            <a:outerShdw blurRad="57240" dist="19080" dir="5400000" algn="bl" rotWithShape="0">
              <a:schemeClr val="lt1">
                <a:alpha val="5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Rectangle 249"/>
          <p:cNvSpPr/>
          <p:nvPr/>
        </p:nvSpPr>
        <p:spPr>
          <a:xfrm>
            <a:off x="476280" y="951570"/>
            <a:ext cx="8191080" cy="953549"/>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00000"/>
              </a:lnSpc>
              <a:tabLst>
                <a:tab pos="0" algn="l"/>
              </a:tabLst>
            </a:pPr>
            <a:r>
              <a:rPr lang="en-US" sz="3500" b="1" u="none" strike="noStrike" dirty="0">
                <a:solidFill>
                  <a:schemeClr val="dk1"/>
                </a:solidFill>
                <a:effectLst/>
                <a:uFillTx/>
                <a:latin typeface="DM Sans ExtraBold"/>
              </a:rPr>
              <a:t>Drawing Pipeline and Backend Integration</a:t>
            </a:r>
            <a:endParaRPr lang="en-US" sz="3500" b="0" u="none" strike="noStrike" dirty="0">
              <a:solidFill>
                <a:srgbClr val="FFFFFF"/>
              </a:solidFill>
              <a:effectLst/>
              <a:uFillTx/>
              <a:latin typeface="OpenSymbol"/>
            </a:endParaRPr>
          </a:p>
        </p:txBody>
      </p:sp>
      <p:sp>
        <p:nvSpPr>
          <p:cNvPr id="251" name="Rectangle 250"/>
          <p:cNvSpPr/>
          <p:nvPr/>
        </p:nvSpPr>
        <p:spPr>
          <a:xfrm>
            <a:off x="476280" y="2334322"/>
            <a:ext cx="8191080" cy="2332718"/>
          </a:xfrm>
          <a:prstGeom prst="rect">
            <a:avLst/>
          </a:prstGeom>
          <a:noFill/>
          <a:ln w="0">
            <a:noFill/>
          </a:ln>
        </p:spPr>
        <p:style>
          <a:lnRef idx="0">
            <a:scrgbClr r="0" g="0" b="0"/>
          </a:lnRef>
          <a:fillRef idx="0">
            <a:scrgbClr r="0" g="0" b="0"/>
          </a:fillRef>
          <a:effectRef idx="0">
            <a:scrgbClr r="0" g="0" b="0"/>
          </a:effectRef>
          <a:fontRef idx="minor"/>
        </p:style>
        <p:txBody>
          <a:bodyPr anchor="t">
            <a:normAutofit/>
          </a:bodyPr>
          <a:lstStyle/>
          <a:p>
            <a:pPr defTabSz="914400">
              <a:lnSpc>
                <a:spcPct val="150000"/>
              </a:lnSpc>
              <a:tabLst>
                <a:tab pos="0" algn="l"/>
              </a:tabLst>
            </a:pPr>
            <a:r>
              <a:rPr lang="en-US" sz="1200" b="0" u="none" strike="noStrike" dirty="0">
                <a:solidFill>
                  <a:schemeClr val="dk1"/>
                </a:solidFill>
                <a:effectLst/>
                <a:uFillTx/>
                <a:latin typeface="Albert Sans"/>
              </a:rPr>
              <a:t>Video frames captured by the webcam are processed to extract finger tip coordinates, transformed into canvas coordinates for drawing. The Flask server handles API endpoints for gesture commands and streams processed data to the frontend. This pipeline supports real-time updates with </a:t>
            </a:r>
            <a:r>
              <a:rPr lang="en-US" sz="1200" b="1" u="none" strike="noStrike" dirty="0">
                <a:solidFill>
                  <a:schemeClr val="dk1"/>
                </a:solidFill>
                <a:effectLst/>
                <a:uFillTx/>
                <a:latin typeface="Albert Sans"/>
              </a:rPr>
              <a:t>high FPS and low latency</a:t>
            </a:r>
            <a:r>
              <a:rPr lang="en-US" sz="1200" b="0" u="none" strike="noStrike" dirty="0">
                <a:solidFill>
                  <a:schemeClr val="dk1"/>
                </a:solidFill>
                <a:effectLst/>
                <a:uFillTx/>
                <a:latin typeface="Albert Sans"/>
              </a:rPr>
              <a:t>, ensuring a smooth user experience.</a:t>
            </a:r>
            <a:endParaRPr lang="en-US" sz="1200" b="0" u="none" strike="noStrike" dirty="0">
              <a:solidFill>
                <a:srgbClr val="FFFFFF"/>
              </a:solidFill>
              <a:effectLst/>
              <a:uFillTx/>
              <a:latin typeface="OpenSymbo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PlaceHolder 1"/>
          <p:cNvSpPr>
            <a:spLocks noGrp="1"/>
          </p:cNvSpPr>
          <p:nvPr>
            <p:ph type="title"/>
          </p:nvPr>
        </p:nvSpPr>
        <p:spPr>
          <a:xfrm>
            <a:off x="1019160" y="866880"/>
            <a:ext cx="3400200" cy="1013959"/>
          </a:xfrm>
          <a:prstGeom prst="rect">
            <a:avLst/>
          </a:prstGeom>
          <a:noFill/>
          <a:ln w="0">
            <a:noFill/>
          </a:ln>
        </p:spPr>
        <p:txBody>
          <a:bodyPr lIns="91440" tIns="91440" rIns="91440" bIns="91440" anchor="b">
            <a:normAutofit/>
          </a:bodyPr>
          <a:lstStyle/>
          <a:p>
            <a:pPr indent="0">
              <a:lnSpc>
                <a:spcPct val="100000"/>
              </a:lnSpc>
              <a:buNone/>
              <a:tabLst>
                <a:tab pos="0" algn="l"/>
              </a:tabLst>
            </a:pPr>
            <a:r>
              <a:rPr lang="en-US" sz="3500" b="1" u="none" strike="noStrike" dirty="0">
                <a:solidFill>
                  <a:schemeClr val="dk1"/>
                </a:solidFill>
                <a:effectLst/>
                <a:uFillTx/>
                <a:latin typeface="DM Sans ExtraBold"/>
                <a:ea typeface="DM Sans ExtraBold"/>
              </a:rPr>
              <a:t>Conclusions</a:t>
            </a:r>
            <a:endParaRPr lang="fr-FR" sz="3500" b="0" u="none" strike="noStrike" dirty="0">
              <a:solidFill>
                <a:schemeClr val="dk1"/>
              </a:solidFill>
              <a:effectLst/>
              <a:uFillTx/>
              <a:latin typeface="Arial"/>
            </a:endParaRPr>
          </a:p>
        </p:txBody>
      </p:sp>
      <p:sp>
        <p:nvSpPr>
          <p:cNvPr id="253" name="PlaceHolder 2"/>
          <p:cNvSpPr>
            <a:spLocks noGrp="1"/>
          </p:cNvSpPr>
          <p:nvPr>
            <p:ph type="subTitle"/>
          </p:nvPr>
        </p:nvSpPr>
        <p:spPr>
          <a:xfrm>
            <a:off x="1019160" y="2074127"/>
            <a:ext cx="4065796" cy="2549912"/>
          </a:xfrm>
          <a:prstGeom prst="rect">
            <a:avLst/>
          </a:prstGeom>
          <a:noFill/>
          <a:ln w="0">
            <a:noFill/>
          </a:ln>
        </p:spPr>
        <p:txBody>
          <a:bodyPr lIns="91440" tIns="91440" rIns="91440" bIns="91440" anchor="t">
            <a:normAutofit/>
          </a:bodyPr>
          <a:lstStyle/>
          <a:p>
            <a:pPr indent="0">
              <a:lnSpc>
                <a:spcPct val="150000"/>
              </a:lnSpc>
              <a:buNone/>
              <a:tabLst>
                <a:tab pos="0" algn="l"/>
              </a:tabLst>
            </a:pPr>
            <a:r>
              <a:rPr lang="en-US" sz="1200" b="0" u="none" strike="noStrike" dirty="0">
                <a:solidFill>
                  <a:schemeClr val="dk1"/>
                </a:solidFill>
                <a:effectLst/>
                <a:uFillTx/>
                <a:latin typeface="Albert Sans"/>
                <a:ea typeface="Albert Sans"/>
              </a:rPr>
              <a:t>The Gesture-Based AI Virtual Whiteboard solution addresses major shortcomings of traditional and current digital tools by enabling intuitive, real-time hand gesture interaction. With robust architecture and advanced gesture recognition, it enhances remote collaboration and creativity. This technology offers significant potential for various professional and educational applications, promising improved productivity and user engagement.</a:t>
            </a:r>
            <a:endParaRPr lang="en-US" sz="1200" b="0" u="none" strike="noStrike" dirty="0">
              <a:solidFill>
                <a:srgbClr val="FFFFFF"/>
              </a:solidFill>
              <a:effectLst/>
              <a:uFillTx/>
              <a:latin typeface="OpenSymbol"/>
            </a:endParaRPr>
          </a:p>
        </p:txBody>
      </p:sp>
      <p:sp>
        <p:nvSpPr>
          <p:cNvPr id="254" name="Google Shape;522;p50"/>
          <p:cNvSpPr/>
          <p:nvPr/>
        </p:nvSpPr>
        <p:spPr>
          <a:xfrm>
            <a:off x="5383080" y="680040"/>
            <a:ext cx="2814120" cy="3783600"/>
          </a:xfrm>
          <a:prstGeom prst="ellipse">
            <a:avLst/>
          </a:prstGeom>
          <a:blipFill rotWithShape="0">
            <a:blip r:embed="rId2"/>
            <a:srcRect/>
            <a:stretch/>
          </a:blipFill>
          <a:ln w="0">
            <a:noFill/>
          </a:ln>
          <a:effectLst>
            <a:outerShdw blurRad="57240" dist="19080" dir="5400000" algn="bl" rotWithShape="0">
              <a:schemeClr val="lt1">
                <a:alpha val="50000"/>
              </a:scheme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u="none" strike="noStrike">
              <a:solidFill>
                <a:srgbClr val="000000"/>
              </a:solidFill>
              <a:effectLst/>
              <a:uFillTx/>
              <a:latin typeface="OpenSymbo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4C08E5-A20B-4E08-1B53-DEFD8B1FD1B6}"/>
              </a:ext>
            </a:extLst>
          </p:cNvPr>
          <p:cNvSpPr txBox="1"/>
          <p:nvPr/>
        </p:nvSpPr>
        <p:spPr>
          <a:xfrm>
            <a:off x="2906751" y="2029521"/>
            <a:ext cx="3397405" cy="923330"/>
          </a:xfrm>
          <a:prstGeom prst="rect">
            <a:avLst/>
          </a:prstGeom>
          <a:noFill/>
        </p:spPr>
        <p:txBody>
          <a:bodyPr wrap="square">
            <a:spAutoFit/>
          </a:bodyPr>
          <a:lstStyle/>
          <a:p>
            <a:r>
              <a:rPr lang="en" sz="5400" b="0" u="none" strike="noStrike" dirty="0">
                <a:solidFill>
                  <a:schemeClr val="dk1"/>
                </a:solidFill>
                <a:effectLst/>
                <a:uFillTx/>
                <a:latin typeface="DM Sans ExtraBold"/>
                <a:ea typeface="DM Sans ExtraBold"/>
              </a:rPr>
              <a:t>Thank You!</a:t>
            </a:r>
            <a:endParaRPr lang="en-IN" sz="5400" dirty="0"/>
          </a:p>
        </p:txBody>
      </p:sp>
    </p:spTree>
    <p:extLst>
      <p:ext uri="{BB962C8B-B14F-4D97-AF65-F5344CB8AC3E}">
        <p14:creationId xmlns:p14="http://schemas.microsoft.com/office/powerpoint/2010/main" val="3493895564"/>
      </p:ext>
    </p:extLst>
  </p:cSld>
  <p:clrMapOvr>
    <a:masterClrMapping/>
  </p:clrMapOvr>
</p:sld>
</file>

<file path=ppt/theme/theme1.xml><?xml version="1.0" encoding="utf-8"?>
<a:theme xmlns:a="http://schemas.openxmlformats.org/drawingml/2006/main" name="Force, Motion, and Energy - Science - 10th Grade by Slidesgo">
  <a:themeElements>
    <a:clrScheme name="Simple Light">
      <a:dk1>
        <a:srgbClr val="FFFFFF"/>
      </a:dk1>
      <a:lt1>
        <a:srgbClr val="0F2A29"/>
      </a:lt1>
      <a:dk2>
        <a:srgbClr val="017171"/>
      </a:dk2>
      <a:lt2>
        <a:srgbClr val="00AEAD"/>
      </a:lt2>
      <a:accent1>
        <a:srgbClr val="11EBEB"/>
      </a:accent1>
      <a:accent2>
        <a:srgbClr val="ABE9E4"/>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11</TotalTime>
  <Words>499</Words>
  <Application>Microsoft Office PowerPoint</Application>
  <PresentationFormat>On-screen Show (16:9)</PresentationFormat>
  <Paragraphs>21</Paragraphs>
  <Slides>12</Slides>
  <Notes>0</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12</vt:i4>
      </vt:variant>
    </vt:vector>
  </HeadingPairs>
  <TitlesOfParts>
    <vt:vector size="21" baseType="lpstr">
      <vt:lpstr>Albert Sans</vt:lpstr>
      <vt:lpstr>Arial</vt:lpstr>
      <vt:lpstr>Calibri</vt:lpstr>
      <vt:lpstr>DM Sans ExtraBold</vt:lpstr>
      <vt:lpstr>OpenSymbol</vt:lpstr>
      <vt:lpstr>Symbol</vt:lpstr>
      <vt:lpstr>Wingdings</vt:lpstr>
      <vt:lpstr>Force, Motion, and Energy - Science - 10th Grade by Slidesgo</vt:lpstr>
      <vt:lpstr>Slidesgo Final Pages</vt:lpstr>
      <vt:lpstr>Gesture Based AI Virtual Whiteboard</vt:lpstr>
      <vt:lpstr>Introduction</vt:lpstr>
      <vt:lpstr>01 Introduction &amp; Problem Statement</vt:lpstr>
      <vt:lpstr>PowerPoint Presentation</vt:lpstr>
      <vt:lpstr>PowerPoint Presentation</vt:lpstr>
      <vt:lpstr>PowerPoint Presentation</vt:lpstr>
      <vt:lpstr>PowerPoint Presentation</vt:lpstr>
      <vt:lpstr>PowerPoint Presentation</vt:lpstr>
      <vt:lpstr>System Architecture and Tech Stack</vt:lpstr>
      <vt:lpstr>PowerPoint Presentation</vt:lpstr>
      <vt:lpstr>Conclusions</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Leelaambica Buddha</cp:lastModifiedBy>
  <cp:revision>1</cp:revision>
  <dcterms:modified xsi:type="dcterms:W3CDTF">2026-02-18T13:13:51Z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2026-02-18T13:01:23Z</dcterms:created>
  <dc:creator>Unknown Creator</dc:creator>
  <dc:description/>
  <dc:language>en-US</dc:language>
  <cp:lastModifiedBy>Unknown Creator</cp:lastModifiedBy>
  <dcterms:modified xsi:type="dcterms:W3CDTF">2026-02-18T13:01:23Z</dcterms:modified>
  <cp:revision>0</cp:revision>
  <dc:subject/>
  <dc:title>Untitled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Slides">
    <vt:r8>12</vt:r8>
  </property>
</Properties>
</file>